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031" r:id="rId3"/>
    <p:sldId id="2038" r:id="rId4"/>
    <p:sldId id="2047" r:id="rId5"/>
    <p:sldId id="2039" r:id="rId6"/>
    <p:sldId id="2043" r:id="rId7"/>
    <p:sldId id="2044" r:id="rId8"/>
    <p:sldId id="357" r:id="rId9"/>
    <p:sldId id="2048" r:id="rId10"/>
    <p:sldId id="2049" r:id="rId11"/>
    <p:sldId id="291" r:id="rId12"/>
  </p:sldIdLst>
  <p:sldSz cx="12192000" cy="6858000"/>
  <p:notesSz cx="6858000" cy="9144000"/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4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A00"/>
    <a:srgbClr val="FFC72C"/>
    <a:srgbClr val="66C4EB"/>
    <a:srgbClr val="FFFFFF"/>
    <a:srgbClr val="F5F9FC"/>
    <a:srgbClr val="FFEFC1"/>
    <a:srgbClr val="C88C00"/>
    <a:srgbClr val="97E7BD"/>
    <a:srgbClr val="BDDC5C"/>
    <a:srgbClr val="D1DB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81" autoAdjust="0"/>
    <p:restoredTop sz="92000" autoAdjust="0"/>
  </p:normalViewPr>
  <p:slideViewPr>
    <p:cSldViewPr snapToGrid="0">
      <p:cViewPr varScale="1">
        <p:scale>
          <a:sx n="102" d="100"/>
          <a:sy n="102" d="100"/>
        </p:scale>
        <p:origin x="1308" y="72"/>
      </p:cViewPr>
      <p:guideLst>
        <p:guide orient="horz" pos="1003"/>
        <p:guide pos="41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 of RPN Occurance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Sheet1!$A$2:$A$9</c:f>
              <c:numCache>
                <c:formatCode>General</c:formatCode>
                <c:ptCount val="8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150</c:v>
                </c:pt>
                <c:pt idx="5">
                  <c:v>175</c:v>
                </c:pt>
                <c:pt idx="6">
                  <c:v>200</c:v>
                </c:pt>
                <c:pt idx="7">
                  <c:v>225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9</c:v>
                </c:pt>
                <c:pt idx="2">
                  <c:v>2</c:v>
                </c:pt>
                <c:pt idx="3">
                  <c:v>11</c:v>
                </c:pt>
                <c:pt idx="4">
                  <c:v>3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C0-4843-ABF3-7CB1E44E82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Frequency of RPN Occurance after actions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Sheet1!$A$2:$A$9</c:f>
              <c:numCache>
                <c:formatCode>General</c:formatCode>
                <c:ptCount val="8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150</c:v>
                </c:pt>
                <c:pt idx="5">
                  <c:v>175</c:v>
                </c:pt>
                <c:pt idx="6">
                  <c:v>200</c:v>
                </c:pt>
                <c:pt idx="7">
                  <c:v>225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9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C0-4843-ABF3-7CB1E44E8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3454191"/>
        <c:axId val="1701059903"/>
      </c:barChart>
      <c:catAx>
        <c:axId val="463454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701059903"/>
        <c:crosses val="autoZero"/>
        <c:auto val="1"/>
        <c:lblAlgn val="ctr"/>
        <c:lblOffset val="100"/>
        <c:noMultiLvlLbl val="0"/>
      </c:catAx>
      <c:valAx>
        <c:axId val="1701059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63454191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300"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F9F17-A2DB-4454-9C77-7AB5FB0B9450}" type="datetimeFigureOut">
              <a:rPr lang="zh-TW" altLang="en-US" smtClean="0"/>
              <a:t>2026/10/10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512C4-F434-4B27-8AFC-6148BB36BC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617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/>
              <a:t>PHM </a:t>
            </a:r>
            <a:r>
              <a:rPr lang="zh-CN" altLang="en-US" dirty="0"/>
              <a:t>概念的</a:t>
            </a:r>
            <a:r>
              <a:rPr lang="en-US" altLang="zh-CN" dirty="0"/>
              <a:t>3</a:t>
            </a:r>
            <a:r>
              <a:rPr lang="zh-CN" altLang="en-US" dirty="0"/>
              <a:t>个关键方面：</a:t>
            </a:r>
            <a:endParaRPr lang="en-US" altLang="zh-CN" dirty="0"/>
          </a:p>
          <a:p>
            <a:r>
              <a:rPr lang="zh-CN" altLang="en-US" dirty="0"/>
              <a:t>以健康诊断、状态评估、寿命预测为目标；</a:t>
            </a:r>
            <a:endParaRPr lang="en-US" altLang="zh-CN" dirty="0"/>
          </a:p>
          <a:p>
            <a:r>
              <a:rPr lang="zh-CN" altLang="en-US" dirty="0"/>
              <a:t>作用于工业产品设计、生产、运行、维修全生命周期；</a:t>
            </a:r>
            <a:endParaRPr lang="en-US" altLang="zh-CN" dirty="0"/>
          </a:p>
          <a:p>
            <a:r>
              <a:rPr lang="zh-CN" altLang="en-US" dirty="0"/>
              <a:t>基本方法是望（故障记录</a:t>
            </a:r>
            <a:r>
              <a:rPr lang="en-US" altLang="zh-CN" dirty="0"/>
              <a:t>/</a:t>
            </a:r>
            <a:r>
              <a:rPr lang="zh-CN" altLang="en-US" dirty="0"/>
              <a:t>失效表象）、闻（波形监测</a:t>
            </a:r>
            <a:r>
              <a:rPr lang="en-US" altLang="zh-CN" dirty="0"/>
              <a:t>/</a:t>
            </a:r>
            <a:r>
              <a:rPr lang="zh-CN" altLang="en-US" dirty="0"/>
              <a:t>参数识别）、问（历史数据</a:t>
            </a:r>
            <a:r>
              <a:rPr lang="en-US" altLang="zh-CN" dirty="0"/>
              <a:t>/</a:t>
            </a:r>
            <a:r>
              <a:rPr lang="zh-CN" altLang="en-US" dirty="0"/>
              <a:t>状态反馈）、切（寿命管理</a:t>
            </a:r>
            <a:r>
              <a:rPr lang="en-US" altLang="zh-CN" dirty="0"/>
              <a:t>/</a:t>
            </a:r>
            <a:r>
              <a:rPr lang="zh-CN" altLang="en-US" dirty="0"/>
              <a:t>健康预测）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69C630-BE9E-41AF-A1B1-F7F9F363FBB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1706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不过，及时</a:t>
            </a:r>
            <a:r>
              <a:rPr lang="en-US" altLang="zh-CN" dirty="0"/>
              <a:t>PHM</a:t>
            </a:r>
            <a:r>
              <a:rPr lang="zh-CN" altLang="en-US" dirty="0"/>
              <a:t>技术已经有明确的发展方针及较多成功应用的案例，其在服务器电源领域的应用依然面临一定挑战</a:t>
            </a:r>
            <a:endParaRPr lang="en-US" altLang="zh-CN" dirty="0"/>
          </a:p>
          <a:p>
            <a:r>
              <a:rPr lang="zh-CN" altLang="en-US" dirty="0"/>
              <a:t>首先，电源中元器件众多，同时涉及一些机械组装结构。以某款较为简单的机型为例，其内部有超过</a:t>
            </a:r>
            <a:r>
              <a:rPr lang="en-US" altLang="zh-CN" dirty="0"/>
              <a:t>1000</a:t>
            </a:r>
            <a:r>
              <a:rPr lang="zh-CN" altLang="en-US" dirty="0"/>
              <a:t>个电子元器件。电源失效的源头、表象以及机理复杂且繁多。</a:t>
            </a:r>
            <a:endParaRPr lang="en-US" altLang="zh-CN" dirty="0"/>
          </a:p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dirty="0"/>
              <a:t>目前一些号称包含健康管理方案的电源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仅针对风扇、电容等 </a:t>
            </a:r>
            <a:r>
              <a:rPr lang="zh-CN" altLang="en-US" sz="1200" b="1" u="sng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少数离散器件 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进行监测，对整体可靠性的提升及电源失效预警的</a:t>
            </a:r>
            <a:r>
              <a:rPr lang="zh-CN" altLang="en-US" sz="1200" u="sng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作用非常有限。</a:t>
            </a:r>
            <a:endParaRPr lang="zh-CN" altLang="zh-CN" sz="1200" u="sng" kern="1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zh-CN" altLang="en-US" dirty="0"/>
              <a:t>因此，我们发展</a:t>
            </a:r>
            <a:r>
              <a:rPr lang="en-US" altLang="zh-CN" dirty="0"/>
              <a:t>PHM</a:t>
            </a:r>
            <a:r>
              <a:rPr lang="zh-CN" altLang="en-US" dirty="0"/>
              <a:t>的第一个目标是实现高器件覆盖率，在这个目标下必然包含许多工作量以及对大量知识的需求。</a:t>
            </a:r>
            <a:endParaRPr lang="en-US" altLang="zh-CN" dirty="0"/>
          </a:p>
          <a:p>
            <a:r>
              <a:rPr lang="zh-CN" altLang="en-US" dirty="0"/>
              <a:t>其次，服务器电源对投入成本非常敏感，成本有两方面含义，一个是元器件成本，由于出货量很大，每增加一个器件对经济效益的影响是明显；另一个是体积成本，整个电源内部非常紧凑，基本没有过多的剩余空间。从这两个层面来看，无疑限制了额外测量元件的应用，也就制约了</a:t>
            </a:r>
            <a:r>
              <a:rPr lang="en-US" altLang="zh-CN" dirty="0"/>
              <a:t>PHM</a:t>
            </a:r>
            <a:r>
              <a:rPr lang="zh-CN" altLang="en-US" dirty="0"/>
              <a:t>望、闻、问的手段。</a:t>
            </a:r>
            <a:endParaRPr lang="en-US" altLang="zh-CN" dirty="0"/>
          </a:p>
          <a:p>
            <a:r>
              <a:rPr lang="zh-CN" altLang="en-US" dirty="0"/>
              <a:t>此外，电源内部目前已有的数字控制芯片算力也相对有限，在完成复杂控制策略的基础上，其内部基本没有过多剩余的程序运行空间，更别提我们希望发展高覆盖率的</a:t>
            </a:r>
            <a:r>
              <a:rPr lang="en-US" altLang="zh-CN" dirty="0"/>
              <a:t>PHM</a:t>
            </a:r>
            <a:r>
              <a:rPr lang="zh-CN" altLang="en-US" dirty="0"/>
              <a:t>方案。同时由于服务器</a:t>
            </a:r>
            <a:r>
              <a:rPr lang="en-US" altLang="zh-CN" dirty="0"/>
              <a:t>/</a:t>
            </a:r>
            <a:r>
              <a:rPr lang="zh-CN" altLang="en-US" dirty="0"/>
              <a:t>数据中心对安全性的要求，</a:t>
            </a:r>
            <a:r>
              <a:rPr lang="en-US" altLang="zh-CN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IoT(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物联网</a:t>
            </a:r>
            <a:r>
              <a:rPr lang="en-US" altLang="zh-CN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)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，人工智能，数字孪生等数据科学的应用也难以开展。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76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面对以上的几点挑战，我们参考现有的</a:t>
            </a:r>
            <a:r>
              <a:rPr lang="en-US" altLang="zh-CN" dirty="0"/>
              <a:t>PHM</a:t>
            </a:r>
            <a:r>
              <a:rPr lang="zh-CN" altLang="en-US" dirty="0"/>
              <a:t>成功案例，提出了增量式发展路线。</a:t>
            </a:r>
            <a:endParaRPr lang="en-US" altLang="zh-CN" dirty="0"/>
          </a:p>
          <a:p>
            <a:r>
              <a:rPr lang="zh-CN" altLang="en-US" dirty="0"/>
              <a:t>增量式体现在三个方面，一个是功能增量式，在现有软硬件基础上，首先针对故障诊断系统进行改进，增加更丰富的诊断方法及目标器件；在明确基本覆盖面的基础上，优化现有软硬件架构，并把研究重心逐步偏移至老化状态监测和健康状态评估；最后，结合前两个阶段建立的数据集和算法集，开发寿命预测功能，并结合专家库给出健康管理建议。</a:t>
            </a:r>
            <a:endParaRPr lang="en-US" altLang="zh-CN" dirty="0"/>
          </a:p>
          <a:p>
            <a:r>
              <a:rPr lang="zh-CN" altLang="en-US" dirty="0"/>
              <a:t>第二点体现在器件数量增量式，在前期发展阶段，结合标准线路明确需要应用</a:t>
            </a:r>
            <a:r>
              <a:rPr lang="en-US" altLang="zh-CN" dirty="0"/>
              <a:t>PHM</a:t>
            </a:r>
            <a:r>
              <a:rPr lang="zh-CN" altLang="en-US" dirty="0"/>
              <a:t>的器件、电流及模块，在不同的阶段逐渐提高器件覆盖率和精确度。</a:t>
            </a:r>
            <a:endParaRPr lang="en-US" altLang="zh-CN" dirty="0"/>
          </a:p>
          <a:p>
            <a:r>
              <a:rPr lang="zh-CN" altLang="en-US" dirty="0"/>
              <a:t>第三点体现在知识库增量式，在第一阶段定义模板的基础上，逐步扩充数据集及专家库，确保每个阶段的数据不会被浪费，也确保当前知识库适用于当前版本的机器和设备。</a:t>
            </a:r>
            <a:endParaRPr lang="en-US" altLang="zh-CN" dirty="0"/>
          </a:p>
          <a:p>
            <a:r>
              <a:rPr lang="zh-CN" altLang="en-US" dirty="0"/>
              <a:t>增量式发展定义了每一个阶段的成果和产品形态，从而确保阶段性收益，此外，也削弱了我们对庞大数据、算法和算力的需求。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367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更细节的，上图列出了中涉及到的关键技术，可以划分至望闻问切不同的手段、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357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69C630-BE9E-41AF-A1B1-F7F9F363FBB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2359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69C630-BE9E-41AF-A1B1-F7F9F363FBBF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191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69C630-BE9E-41AF-A1B1-F7F9F363FBBF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7177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69C630-BE9E-41AF-A1B1-F7F9F363FBBF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4545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389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15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9BD8EC-F37F-4F94-8712-797CC1161E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29"/>
            <a:ext cx="9144000" cy="137010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  <a:ea typeface="+mj-ea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TW" sz="3000" dirty="0"/>
              <a:t>Presentation Subtitle Goes Here</a:t>
            </a:r>
            <a:br>
              <a:rPr lang="en-US" altLang="zh-TW" sz="3000" dirty="0"/>
            </a:br>
            <a:r>
              <a:rPr lang="en-US" altLang="zh-TW" sz="3000" dirty="0"/>
              <a:t>Maximum 2 Lines (24-32pt)</a:t>
            </a:r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38A83012-CC3B-47DF-9FCA-A1115F39D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8612" y="5739683"/>
            <a:ext cx="5707316" cy="2183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C5F15596-5511-4524-8143-5414A6D0A4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Cover </a:t>
            </a:r>
            <a:r>
              <a:rPr lang="en-US" altLang="zh-TW" dirty="0" err="1"/>
              <a:t>Page_White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509515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_Image">
    <p:bg>
      <p:bgPr>
        <a:blipFill dpi="0" rotWithShape="1">
          <a:blip r:embed="rId2">
            <a:alphaModFix amt="9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32A9990-6214-495A-B5B6-C1801359D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79379" cy="6850900"/>
          </a:xfrm>
          <a:prstGeom prst="rect">
            <a:avLst/>
          </a:prstGeom>
        </p:spPr>
      </p:pic>
      <p:sp>
        <p:nvSpPr>
          <p:cNvPr id="7" name="日期版面配置區 3">
            <a:extLst>
              <a:ext uri="{FF2B5EF4-FFF2-40B4-BE49-F238E27FC236}">
                <a16:creationId xmlns:a16="http://schemas.microsoft.com/office/drawing/2014/main" id="{CE458713-38E5-4D94-9527-7C2BC1D5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912" y="5705762"/>
            <a:ext cx="2010917" cy="31965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D14A8E49-FD94-442B-BE75-F805677409ED}" type="datetimeFigureOut">
              <a:rPr lang="zh-TW" altLang="en-US" smtClean="0"/>
              <a:t>2026/10/10</a:t>
            </a:fld>
            <a:endParaRPr lang="zh-TW" altLang="en-US"/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135E4C83-C41A-49B9-9C41-417375F79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897" y="5333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378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11" name="文字版面配置區 4">
            <a:extLst>
              <a:ext uri="{FF2B5EF4-FFF2-40B4-BE49-F238E27FC236}">
                <a16:creationId xmlns:a16="http://schemas.microsoft.com/office/drawing/2014/main" id="{35B9A589-C73E-46B0-B30E-8BBC42A4E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Cover </a:t>
            </a:r>
            <a:r>
              <a:rPr lang="en-US" altLang="zh-TW" dirty="0" err="1"/>
              <a:t>Page_Image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3744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B44CAB8-9DEC-4DEF-99E0-D78F53E4F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21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Break Page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14F8012-3519-4A75-B26B-57773CA554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32"/>
            <a:ext cx="9144000" cy="1353169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TW" dirty="0"/>
              <a:t>Break Page Subtitle Goes Here</a:t>
            </a:r>
            <a:br>
              <a:rPr lang="en-US" altLang="zh-TW" dirty="0"/>
            </a:br>
            <a:r>
              <a:rPr lang="en-US" altLang="zh-TW" dirty="0"/>
              <a:t>Maximum 2 Lines (24-32pt)</a:t>
            </a:r>
          </a:p>
        </p:txBody>
      </p:sp>
    </p:spTree>
    <p:extLst>
      <p:ext uri="{BB962C8B-B14F-4D97-AF65-F5344CB8AC3E}">
        <p14:creationId xmlns:p14="http://schemas.microsoft.com/office/powerpoint/2010/main" val="151737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22CCF-5B81-47DC-861A-B0A56BD7A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445342"/>
            <a:ext cx="11379200" cy="4678897"/>
          </a:xfrm>
        </p:spPr>
        <p:txBody>
          <a:bodyPr>
            <a:normAutofit/>
          </a:bodyPr>
          <a:lstStyle>
            <a:lvl1pPr marL="354013" indent="-354013">
              <a:lnSpc>
                <a:spcPct val="110000"/>
              </a:lnSpc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</a:defRPr>
            </a:lvl1pPr>
            <a:lvl2pPr marL="806450" indent="-349250">
              <a:buFont typeface="Wingdings" panose="05000000000000000000" pitchFamily="2" charset="2"/>
              <a:buChar char="Ø"/>
              <a:defRPr/>
            </a:lvl2pPr>
            <a:lvl3pPr marL="1258888" indent="-344488">
              <a:buFont typeface="Wingdings" panose="05000000000000000000" pitchFamily="2" charset="2"/>
              <a:buChar char="l"/>
              <a:defRPr/>
            </a:lvl3pPr>
          </a:lstStyle>
          <a:p>
            <a:pPr lvl="0"/>
            <a:r>
              <a:rPr lang="en-US" altLang="zh-TW" dirty="0"/>
              <a:t>Content goes here (20pt)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C6679C81-FA7B-49D6-82F0-C4527FE45A1A}"/>
              </a:ext>
            </a:extLst>
          </p:cNvPr>
          <p:cNvGrpSpPr/>
          <p:nvPr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83B355D-DD8E-4886-8A9F-6BD99BFA8CC1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D816D3C-CE63-43F8-AC10-9DFB5870EB4D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9A01EFE-0697-4F67-B705-BD578BDC33D9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01EB92-F246-4444-B0E1-6E87E28C044D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3191886-C7FD-40A9-9609-57D23380C62A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8AB9346-3609-4A19-8654-F1F89BAE3612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35B6686-F122-4A22-94BF-260EA4280B4D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5EDC45A-2526-46FB-81F7-22EE4872B6AF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FCD5573-BB02-4224-8085-E3255856A371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F5AD25B-A76B-4782-93A6-A6CFC1F793DB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31B0147-73D4-4A0E-AB60-BDE5D65A0FDA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0304356-DABA-4FB6-ACD2-3D555DA768DA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A159378-35B9-4C04-9A3C-0680A883C20B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6606867-067F-4294-8D14-6300FB59E7A6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0B9F68F-02FA-4B05-BD0F-46245FAE32A1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1D1B3FF-2264-4799-880B-9AC63365E06E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06478"/>
            <a:ext cx="11379200" cy="894736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774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AEA3F42-8ED3-4628-89CC-CE9DC5D371F1}"/>
              </a:ext>
            </a:extLst>
          </p:cNvPr>
          <p:cNvGrpSpPr/>
          <p:nvPr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DCAFD82-B8CA-4738-843C-0FC6D7C6C5F5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C299B04-932C-4519-8E76-017FBD3A569A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B20FB35-F562-4362-B563-165B2407465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DE5232E-7B0E-4AEF-9D43-2E173D30F319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D8FD8BE-B575-4450-95FD-B132F2FBF30C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A6D470B-49E6-460D-A2F7-3AA3A3B20021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184DC0D2-E428-4F38-B04F-7DC781667A34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81D0C29-FC7B-4F3F-BD32-E40206A62370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032A71D-5325-4D28-B4B1-6B6BF4AAB30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38A70FA-150B-4708-B634-5950D1A00DF9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D3854FDB-0E9B-46EB-A142-15E78B7E2E6D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FD94B95-A8E7-4E9F-A041-9A4885EECF37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F6E9780-35D6-4AF2-80BB-A3569C8BA2E3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A11A937-B5ED-40BD-9B95-73D6C01FBDBD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1465539-F4BD-48C9-8CC9-44AE7B97586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5BCC709-E469-4948-B4D5-AF8897457737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7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5F44435C-4EDB-4AB4-AAD6-08BF8682BA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0993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Smarter. Greener. Together. </a:t>
            </a:r>
            <a:br>
              <a:rPr lang="en-US" dirty="0"/>
            </a:br>
            <a:endParaRPr lang="en-US" dirty="0"/>
          </a:p>
        </p:txBody>
      </p:sp>
      <p:sp>
        <p:nvSpPr>
          <p:cNvPr id="6" name="文字版面配置區 4">
            <a:extLst>
              <a:ext uri="{FF2B5EF4-FFF2-40B4-BE49-F238E27FC236}">
                <a16:creationId xmlns:a16="http://schemas.microsoft.com/office/drawing/2014/main" id="{38C78CAC-0A95-4D70-9EAA-CE96A16F9E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370" y="60183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Ending </a:t>
            </a:r>
            <a:r>
              <a:rPr lang="en-US" altLang="zh-TW" dirty="0" err="1"/>
              <a:t>Page_White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8356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Pag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3B392DE6-2AF2-4E28-AF03-1A4F3D15BEAE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3" name="矩形 52"/>
          <p:cNvSpPr/>
          <p:nvPr/>
        </p:nvSpPr>
        <p:spPr>
          <a:xfrm>
            <a:off x="0" y="-1"/>
            <a:ext cx="12192000" cy="483188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TW" altLang="en-US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ABE8868F-CA4D-431A-BCA3-79708C4A93CC}"/>
              </a:ext>
            </a:extLst>
          </p:cNvPr>
          <p:cNvGrpSpPr/>
          <p:nvPr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E5238164-92D2-4070-B189-8D969D4D4C1C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D4CBB22-8F55-4813-A361-6B31616CEFC5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AE6129C-E538-40C6-95CE-8D689DA806C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B42DF3C8-6F17-4F9B-8224-82E6BF529D75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CA03870D-CA4E-4A68-B643-C828AB156380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204627FC-9E22-4DF5-9620-E588D5B1D754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9FFB4E0B-7913-4DBA-B9BC-22815DD1E9F5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E6EA7B8-B405-4A2B-8F6C-66644CA26469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531D023A-8171-4D62-AD85-A3E51BEECBC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8F6B22F-DD93-4EC4-8E97-7E5A61686F3E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28833C97-6D6E-40FC-976A-CF4C2B0848D9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ED3716C8-CA0D-4806-A013-3F0E791C886C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EB57F906-7144-4062-914D-703110CC17BF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09D68DFB-0813-4C3A-8CE7-03C842C11ED7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AE8DE291-898F-4470-A37E-2D3C217EDD2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7A1C886-D4A7-40F8-BEDF-DE906366403B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2" name="標題 1">
            <a:extLst>
              <a:ext uri="{FF2B5EF4-FFF2-40B4-BE49-F238E27FC236}">
                <a16:creationId xmlns:a16="http://schemas.microsoft.com/office/drawing/2014/main" id="{9FF8E5F9-3E27-4FB9-9E7F-AA69CBB722EF}"/>
              </a:ext>
            </a:extLst>
          </p:cNvPr>
          <p:cNvSpPr txBox="1">
            <a:spLocks/>
          </p:cNvSpPr>
          <p:nvPr/>
        </p:nvSpPr>
        <p:spPr>
          <a:xfrm>
            <a:off x="376089" y="5152426"/>
            <a:ext cx="9144000" cy="1212111"/>
          </a:xfrm>
          <a:prstGeom prst="rect">
            <a:avLst/>
          </a:prstGeom>
        </p:spPr>
        <p:txBody>
          <a:bodyPr/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4400" b="0" dirty="0">
                <a:solidFill>
                  <a:schemeClr val="tx1"/>
                </a:solidFill>
                <a:latin typeface="+mn-lt"/>
              </a:rPr>
              <a:t>Smarter. Greener. Together. </a:t>
            </a:r>
            <a:br>
              <a:rPr lang="en-US" altLang="zh-TW" sz="4400" b="0" dirty="0">
                <a:solidFill>
                  <a:schemeClr val="tx1"/>
                </a:solidFill>
                <a:latin typeface="+mn-lt"/>
              </a:rPr>
            </a:br>
            <a:endParaRPr lang="en-US" sz="44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101" y="5475968"/>
            <a:ext cx="2814118" cy="1276115"/>
          </a:xfrm>
          <a:prstGeom prst="rect">
            <a:avLst/>
          </a:prstGeom>
        </p:spPr>
      </p:pic>
      <p:sp>
        <p:nvSpPr>
          <p:cNvPr id="55" name="圖片版面配置區 6">
            <a:extLst>
              <a:ext uri="{FF2B5EF4-FFF2-40B4-BE49-F238E27FC236}">
                <a16:creationId xmlns:a16="http://schemas.microsoft.com/office/drawing/2014/main" id="{BEC39B5C-7A19-45E5-87B6-A4D4ACE9133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588" y="-12701"/>
            <a:ext cx="12192001" cy="471393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 altLang="zh-TW" dirty="0"/>
              <a:t>     Ending </a:t>
            </a:r>
            <a:r>
              <a:rPr lang="en-US" altLang="zh-TW" dirty="0" err="1"/>
              <a:t>Page_Image</a:t>
            </a:r>
            <a:r>
              <a:rPr lang="en-US" altLang="zh-TW" dirty="0"/>
              <a:t>: </a:t>
            </a:r>
            <a:br>
              <a:rPr lang="en-US" altLang="zh-TW" dirty="0"/>
            </a:br>
            <a:r>
              <a:rPr lang="en-US" altLang="zh-TW" dirty="0"/>
              <a:t>      A corporate-level, sector-level or product-level brand communication imagery can be applied in this gray area.</a:t>
            </a:r>
          </a:p>
          <a:p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-1200" y="4701237"/>
            <a:ext cx="12193200" cy="144000"/>
            <a:chOff x="22799" y="4912990"/>
            <a:chExt cx="12193200" cy="144000"/>
          </a:xfrm>
        </p:grpSpPr>
        <p:sp>
          <p:nvSpPr>
            <p:cNvPr id="2" name="矩形 1"/>
            <p:cNvSpPr/>
            <p:nvPr userDrawn="1"/>
          </p:nvSpPr>
          <p:spPr>
            <a:xfrm>
              <a:off x="22799" y="4912990"/>
              <a:ext cx="12193200" cy="14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矩形 3"/>
            <p:cNvSpPr/>
            <p:nvPr userDrawn="1"/>
          </p:nvSpPr>
          <p:spPr>
            <a:xfrm>
              <a:off x="9767999" y="4912990"/>
              <a:ext cx="2448000" cy="144000"/>
            </a:xfrm>
            <a:prstGeom prst="rect">
              <a:avLst/>
            </a:prstGeom>
            <a:solidFill>
              <a:srgbClr val="B9EB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/>
            <p:cNvSpPr/>
            <p:nvPr userDrawn="1"/>
          </p:nvSpPr>
          <p:spPr>
            <a:xfrm>
              <a:off x="7323672" y="4912990"/>
              <a:ext cx="2448000" cy="144000"/>
            </a:xfrm>
            <a:prstGeom prst="rect">
              <a:avLst/>
            </a:prstGeom>
            <a:solidFill>
              <a:srgbClr val="64D7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728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D7629-E9F0-463C-8830-7D6C7CA68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5F1FD7-D23F-43C3-B342-8AB84BE21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083BCB-1A44-4E0E-8DAD-AE231A69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A8E49-FD94-442B-BE75-F805677409ED}" type="datetimeFigureOut">
              <a:rPr lang="zh-TW" altLang="en-US" smtClean="0"/>
              <a:t>2026/10/10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DBC5E3-6951-4877-A350-584DD3E1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598B07-C651-4047-B8BD-91075C2E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5D5B-9385-4804-9C1A-84555C64C7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160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/>
          <p:cNvSpPr txBox="1">
            <a:spLocks/>
          </p:cNvSpPr>
          <p:nvPr userDrawn="1"/>
        </p:nvSpPr>
        <p:spPr>
          <a:xfrm>
            <a:off x="5174512" y="6487588"/>
            <a:ext cx="1842977" cy="331427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2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pitchFamily="18" charset="-120"/>
                <a:cs typeface="+mn-cs"/>
              </a:defRPr>
            </a:lvl9pPr>
          </a:lstStyle>
          <a:p>
            <a:pPr>
              <a:defRPr/>
            </a:pPr>
            <a:fld id="{CD8DD3F6-ADD9-4AE6-A5DB-16EF2AC1797B}" type="slidenum">
              <a:rPr lang="zh-TW" altLang="en-US" sz="1600" smtClean="0"/>
              <a:pPr>
                <a:defRPr/>
              </a:pPr>
              <a:t>‹#›</a:t>
            </a:fld>
            <a:endParaRPr lang="zh-TW" altLang="en-US" sz="1600" dirty="0"/>
          </a:p>
        </p:txBody>
      </p:sp>
      <p:sp>
        <p:nvSpPr>
          <p:cNvPr id="4" name="標題版面配置區 1"/>
          <p:cNvSpPr>
            <a:spLocks noGrp="1"/>
          </p:cNvSpPr>
          <p:nvPr>
            <p:ph type="title"/>
          </p:nvPr>
        </p:nvSpPr>
        <p:spPr bwMode="auto">
          <a:xfrm>
            <a:off x="2728480" y="438151"/>
            <a:ext cx="9129464" cy="669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69883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84B288-D41F-4145-A1C0-E0281E1E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40356"/>
            <a:ext cx="11379200" cy="67939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altLang="zh-TW" dirty="0"/>
              <a:t>Page Title Goes Here (32pt)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BE7FFB-6DD4-4C49-91B1-9DC75DF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170462"/>
            <a:ext cx="11379200" cy="46696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TW" dirty="0"/>
              <a:t>Content goes here (24pt)</a:t>
            </a:r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BD7ECA-A67F-4BFF-9619-0DDD6E5A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176267"/>
            <a:ext cx="2743200" cy="422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D14A8E49-FD94-442B-BE75-F805677409ED}" type="datetimeFigureOut">
              <a:rPr lang="zh-TW" altLang="en-US" smtClean="0"/>
              <a:t>2026/10/10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C03B7-7699-4072-AC6D-A339A44A7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611" y="6191967"/>
            <a:ext cx="4114800" cy="437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u="none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C81264-E3A8-4919-AA46-612C30BB1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2" y="6191968"/>
            <a:ext cx="401121" cy="422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3605D5B-9385-4804-9C1A-84555C64C7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13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7.png"/><Relationship Id="rId3" Type="http://schemas.openxmlformats.org/officeDocument/2006/relationships/image" Target="../media/image10.emf"/><Relationship Id="rId7" Type="http://schemas.openxmlformats.org/officeDocument/2006/relationships/image" Target="../media/image14.png"/><Relationship Id="rId12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5" Type="http://schemas.openxmlformats.org/officeDocument/2006/relationships/image" Target="../media/image18.png"/><Relationship Id="rId10" Type="http://schemas.microsoft.com/office/2007/relationships/hdphoto" Target="../media/hdphoto1.wdp"/><Relationship Id="rId4" Type="http://schemas.openxmlformats.org/officeDocument/2006/relationships/image" Target="../media/image11.png"/><Relationship Id="rId9" Type="http://schemas.openxmlformats.org/officeDocument/2006/relationships/image" Target="../media/image9.png"/><Relationship Id="rId1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chart" Target="../charts/chart1.xml"/><Relationship Id="rId18" Type="http://schemas.openxmlformats.org/officeDocument/2006/relationships/image" Target="../media/image29.png"/><Relationship Id="rId26" Type="http://schemas.microsoft.com/office/2007/relationships/hdphoto" Target="../media/hdphoto9.wdp"/><Relationship Id="rId3" Type="http://schemas.openxmlformats.org/officeDocument/2006/relationships/image" Target="../media/image19.png"/><Relationship Id="rId21" Type="http://schemas.openxmlformats.org/officeDocument/2006/relationships/image" Target="../media/image31.png"/><Relationship Id="rId7" Type="http://schemas.openxmlformats.org/officeDocument/2006/relationships/image" Target="../media/image22.png"/><Relationship Id="rId12" Type="http://schemas.openxmlformats.org/officeDocument/2006/relationships/image" Target="../media/image25.png"/><Relationship Id="rId17" Type="http://schemas.openxmlformats.org/officeDocument/2006/relationships/image" Target="../media/image28.jpeg"/><Relationship Id="rId25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6" Type="http://schemas.microsoft.com/office/2007/relationships/hdphoto" Target="../media/hdphoto7.wdp"/><Relationship Id="rId20" Type="http://schemas.microsoft.com/office/2007/relationships/hdphoto" Target="../media/hdphoto8.wdp"/><Relationship Id="rId1" Type="http://schemas.openxmlformats.org/officeDocument/2006/relationships/slideLayout" Target="../slideLayouts/slideLayout9.xml"/><Relationship Id="rId6" Type="http://schemas.microsoft.com/office/2007/relationships/hdphoto" Target="../media/hdphoto4.wdp"/><Relationship Id="rId11" Type="http://schemas.openxmlformats.org/officeDocument/2006/relationships/image" Target="../media/image24.png"/><Relationship Id="rId24" Type="http://schemas.openxmlformats.org/officeDocument/2006/relationships/image" Target="../media/image34.png"/><Relationship Id="rId5" Type="http://schemas.openxmlformats.org/officeDocument/2006/relationships/image" Target="../media/image21.png"/><Relationship Id="rId15" Type="http://schemas.openxmlformats.org/officeDocument/2006/relationships/image" Target="../media/image27.png"/><Relationship Id="rId23" Type="http://schemas.openxmlformats.org/officeDocument/2006/relationships/image" Target="../media/image33.png"/><Relationship Id="rId10" Type="http://schemas.microsoft.com/office/2007/relationships/hdphoto" Target="../media/hdphoto6.wdp"/><Relationship Id="rId19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Relationship Id="rId14" Type="http://schemas.openxmlformats.org/officeDocument/2006/relationships/image" Target="../media/image26.png"/><Relationship Id="rId22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1.png"/><Relationship Id="rId3" Type="http://schemas.openxmlformats.org/officeDocument/2006/relationships/image" Target="../media/image8.png"/><Relationship Id="rId7" Type="http://schemas.microsoft.com/office/2007/relationships/hdphoto" Target="../media/hdphoto10.wdp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png"/><Relationship Id="rId11" Type="http://schemas.openxmlformats.org/officeDocument/2006/relationships/image" Target="../media/image33.png"/><Relationship Id="rId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36.png"/><Relationship Id="rId9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7.pn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11" Type="http://schemas.openxmlformats.org/officeDocument/2006/relationships/image" Target="../media/image25.png"/><Relationship Id="rId5" Type="http://schemas.openxmlformats.org/officeDocument/2006/relationships/image" Target="../media/image32.png"/><Relationship Id="rId10" Type="http://schemas.openxmlformats.org/officeDocument/2006/relationships/image" Target="../media/image29.png"/><Relationship Id="rId4" Type="http://schemas.microsoft.com/office/2007/relationships/hdphoto" Target="../media/hdphoto7.wdp"/><Relationship Id="rId9" Type="http://schemas.microsoft.com/office/2007/relationships/hdphoto" Target="../media/hdphoto5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6.png"/><Relationship Id="rId17" Type="http://schemas.openxmlformats.org/officeDocument/2006/relationships/image" Target="../media/image28.jpe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2.png"/><Relationship Id="rId11" Type="http://schemas.openxmlformats.org/officeDocument/2006/relationships/image" Target="../media/image25.png"/><Relationship Id="rId5" Type="http://schemas.openxmlformats.org/officeDocument/2006/relationships/image" Target="../media/image41.png"/><Relationship Id="rId15" Type="http://schemas.openxmlformats.org/officeDocument/2006/relationships/image" Target="../media/image47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29.pn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1C763-DF1B-4AE5-B0B3-8BB9B7170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13" y="916892"/>
            <a:ext cx="11000727" cy="1902508"/>
          </a:xfrm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PHM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551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0A3276AF-AACD-43D7-B974-16C22024B9DB}"/>
              </a:ext>
            </a:extLst>
          </p:cNvPr>
          <p:cNvSpPr/>
          <p:nvPr/>
        </p:nvSpPr>
        <p:spPr>
          <a:xfrm>
            <a:off x="5700479" y="1072284"/>
            <a:ext cx="5851441" cy="1238893"/>
          </a:xfrm>
          <a:custGeom>
            <a:avLst/>
            <a:gdLst>
              <a:gd name="connsiteX0" fmla="*/ 152400 w 5036820"/>
              <a:gd name="connsiteY0" fmla="*/ 838200 h 1348740"/>
              <a:gd name="connsiteX1" fmla="*/ 4305300 w 5036820"/>
              <a:gd name="connsiteY1" fmla="*/ 1348740 h 1348740"/>
              <a:gd name="connsiteX2" fmla="*/ 5036820 w 5036820"/>
              <a:gd name="connsiteY2" fmla="*/ 0 h 1348740"/>
              <a:gd name="connsiteX3" fmla="*/ 838200 w 5036820"/>
              <a:gd name="connsiteY3" fmla="*/ 342900 h 1348740"/>
              <a:gd name="connsiteX4" fmla="*/ 0 w 5036820"/>
              <a:gd name="connsiteY4" fmla="*/ 792480 h 1348740"/>
              <a:gd name="connsiteX5" fmla="*/ 152400 w 5036820"/>
              <a:gd name="connsiteY5" fmla="*/ 838200 h 134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36820" h="1348740">
                <a:moveTo>
                  <a:pt x="152400" y="838200"/>
                </a:moveTo>
                <a:lnTo>
                  <a:pt x="4305300" y="1348740"/>
                </a:lnTo>
                <a:lnTo>
                  <a:pt x="5036820" y="0"/>
                </a:lnTo>
                <a:lnTo>
                  <a:pt x="838200" y="342900"/>
                </a:lnTo>
                <a:lnTo>
                  <a:pt x="0" y="792480"/>
                </a:lnTo>
                <a:lnTo>
                  <a:pt x="152400" y="83820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43000">
                <a:schemeClr val="bg1">
                  <a:lumMod val="95000"/>
                </a:schemeClr>
              </a:gs>
              <a:gs pos="9100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5" name="矩形 9">
            <a:extLst>
              <a:ext uri="{FF2B5EF4-FFF2-40B4-BE49-F238E27FC236}">
                <a16:creationId xmlns:a16="http://schemas.microsoft.com/office/drawing/2014/main" id="{ED2AAE7B-7BC8-4F4F-997F-501483E49146}"/>
              </a:ext>
            </a:extLst>
          </p:cNvPr>
          <p:cNvSpPr/>
          <p:nvPr/>
        </p:nvSpPr>
        <p:spPr>
          <a:xfrm>
            <a:off x="187720" y="1455757"/>
            <a:ext cx="10585169" cy="5303803"/>
          </a:xfrm>
          <a:custGeom>
            <a:avLst/>
            <a:gdLst>
              <a:gd name="connsiteX0" fmla="*/ 0 w 10761225"/>
              <a:gd name="connsiteY0" fmla="*/ 0 h 1483360"/>
              <a:gd name="connsiteX1" fmla="*/ 10761225 w 10761225"/>
              <a:gd name="connsiteY1" fmla="*/ 0 h 1483360"/>
              <a:gd name="connsiteX2" fmla="*/ 10761225 w 10761225"/>
              <a:gd name="connsiteY2" fmla="*/ 1483360 h 1483360"/>
              <a:gd name="connsiteX3" fmla="*/ 0 w 10761225"/>
              <a:gd name="connsiteY3" fmla="*/ 1483360 h 1483360"/>
              <a:gd name="connsiteX4" fmla="*/ 0 w 10761225"/>
              <a:gd name="connsiteY4" fmla="*/ 0 h 1483360"/>
              <a:gd name="connsiteX0" fmla="*/ 0 w 10761225"/>
              <a:gd name="connsiteY0" fmla="*/ 20320 h 1503680"/>
              <a:gd name="connsiteX1" fmla="*/ 3537471 w 10761225"/>
              <a:gd name="connsiteY1" fmla="*/ 0 h 1503680"/>
              <a:gd name="connsiteX2" fmla="*/ 10761225 w 10761225"/>
              <a:gd name="connsiteY2" fmla="*/ 20320 h 1503680"/>
              <a:gd name="connsiteX3" fmla="*/ 10761225 w 10761225"/>
              <a:gd name="connsiteY3" fmla="*/ 1503680 h 1503680"/>
              <a:gd name="connsiteX4" fmla="*/ 0 w 10761225"/>
              <a:gd name="connsiteY4" fmla="*/ 1503680 h 1503680"/>
              <a:gd name="connsiteX5" fmla="*/ 0 w 10761225"/>
              <a:gd name="connsiteY5" fmla="*/ 20320 h 1503680"/>
              <a:gd name="connsiteX0" fmla="*/ 0 w 10761225"/>
              <a:gd name="connsiteY0" fmla="*/ 20320 h 1503680"/>
              <a:gd name="connsiteX1" fmla="*/ 3537471 w 10761225"/>
              <a:gd name="connsiteY1" fmla="*/ 0 h 1503680"/>
              <a:gd name="connsiteX2" fmla="*/ 8515871 w 10761225"/>
              <a:gd name="connsiteY2" fmla="*/ 0 h 1503680"/>
              <a:gd name="connsiteX3" fmla="*/ 10761225 w 10761225"/>
              <a:gd name="connsiteY3" fmla="*/ 20320 h 1503680"/>
              <a:gd name="connsiteX4" fmla="*/ 10761225 w 10761225"/>
              <a:gd name="connsiteY4" fmla="*/ 1503680 h 1503680"/>
              <a:gd name="connsiteX5" fmla="*/ 0 w 10761225"/>
              <a:gd name="connsiteY5" fmla="*/ 1503680 h 1503680"/>
              <a:gd name="connsiteX6" fmla="*/ 0 w 10761225"/>
              <a:gd name="connsiteY6" fmla="*/ 20320 h 1503680"/>
              <a:gd name="connsiteX0" fmla="*/ 0 w 10761225"/>
              <a:gd name="connsiteY0" fmla="*/ 20320 h 1503680"/>
              <a:gd name="connsiteX1" fmla="*/ 3537471 w 10761225"/>
              <a:gd name="connsiteY1" fmla="*/ 0 h 1503680"/>
              <a:gd name="connsiteX2" fmla="*/ 8515871 w 10761225"/>
              <a:gd name="connsiteY2" fmla="*/ 0 h 1503680"/>
              <a:gd name="connsiteX3" fmla="*/ 10761225 w 10761225"/>
              <a:gd name="connsiteY3" fmla="*/ 20320 h 1503680"/>
              <a:gd name="connsiteX4" fmla="*/ 10761225 w 10761225"/>
              <a:gd name="connsiteY4" fmla="*/ 1503680 h 1503680"/>
              <a:gd name="connsiteX5" fmla="*/ 2165871 w 10761225"/>
              <a:gd name="connsiteY5" fmla="*/ 1503680 h 1503680"/>
              <a:gd name="connsiteX6" fmla="*/ 0 w 10761225"/>
              <a:gd name="connsiteY6" fmla="*/ 1503680 h 1503680"/>
              <a:gd name="connsiteX7" fmla="*/ 0 w 10761225"/>
              <a:gd name="connsiteY7" fmla="*/ 20320 h 1503680"/>
              <a:gd name="connsiteX0" fmla="*/ 0 w 10761225"/>
              <a:gd name="connsiteY0" fmla="*/ 20320 h 1513840"/>
              <a:gd name="connsiteX1" fmla="*/ 3537471 w 10761225"/>
              <a:gd name="connsiteY1" fmla="*/ 0 h 1513840"/>
              <a:gd name="connsiteX2" fmla="*/ 8515871 w 10761225"/>
              <a:gd name="connsiteY2" fmla="*/ 0 h 1513840"/>
              <a:gd name="connsiteX3" fmla="*/ 10761225 w 10761225"/>
              <a:gd name="connsiteY3" fmla="*/ 20320 h 1513840"/>
              <a:gd name="connsiteX4" fmla="*/ 10761225 w 10761225"/>
              <a:gd name="connsiteY4" fmla="*/ 1503680 h 1513840"/>
              <a:gd name="connsiteX5" fmla="*/ 8404111 w 10761225"/>
              <a:gd name="connsiteY5" fmla="*/ 1513840 h 1513840"/>
              <a:gd name="connsiteX6" fmla="*/ 2165871 w 10761225"/>
              <a:gd name="connsiteY6" fmla="*/ 1503680 h 1513840"/>
              <a:gd name="connsiteX7" fmla="*/ 0 w 10761225"/>
              <a:gd name="connsiteY7" fmla="*/ 1503680 h 1513840"/>
              <a:gd name="connsiteX8" fmla="*/ 0 w 10761225"/>
              <a:gd name="connsiteY8" fmla="*/ 20320 h 1513840"/>
              <a:gd name="connsiteX0" fmla="*/ 0 w 10761225"/>
              <a:gd name="connsiteY0" fmla="*/ 20320 h 5638800"/>
              <a:gd name="connsiteX1" fmla="*/ 3537471 w 10761225"/>
              <a:gd name="connsiteY1" fmla="*/ 0 h 5638800"/>
              <a:gd name="connsiteX2" fmla="*/ 8515871 w 10761225"/>
              <a:gd name="connsiteY2" fmla="*/ 0 h 5638800"/>
              <a:gd name="connsiteX3" fmla="*/ 10761225 w 10761225"/>
              <a:gd name="connsiteY3" fmla="*/ 20320 h 5638800"/>
              <a:gd name="connsiteX4" fmla="*/ 10578345 w 10761225"/>
              <a:gd name="connsiteY4" fmla="*/ 5638800 h 5638800"/>
              <a:gd name="connsiteX5" fmla="*/ 8404111 w 10761225"/>
              <a:gd name="connsiteY5" fmla="*/ 1513840 h 5638800"/>
              <a:gd name="connsiteX6" fmla="*/ 2165871 w 10761225"/>
              <a:gd name="connsiteY6" fmla="*/ 1503680 h 5638800"/>
              <a:gd name="connsiteX7" fmla="*/ 0 w 10761225"/>
              <a:gd name="connsiteY7" fmla="*/ 1503680 h 5638800"/>
              <a:gd name="connsiteX8" fmla="*/ 0 w 10761225"/>
              <a:gd name="connsiteY8" fmla="*/ 20320 h 5638800"/>
              <a:gd name="connsiteX0" fmla="*/ 0 w 10761225"/>
              <a:gd name="connsiteY0" fmla="*/ 20320 h 5638800"/>
              <a:gd name="connsiteX1" fmla="*/ 3537471 w 10761225"/>
              <a:gd name="connsiteY1" fmla="*/ 0 h 5638800"/>
              <a:gd name="connsiteX2" fmla="*/ 8515871 w 10761225"/>
              <a:gd name="connsiteY2" fmla="*/ 0 h 5638800"/>
              <a:gd name="connsiteX3" fmla="*/ 10761225 w 10761225"/>
              <a:gd name="connsiteY3" fmla="*/ 20320 h 5638800"/>
              <a:gd name="connsiteX4" fmla="*/ 10578345 w 10761225"/>
              <a:gd name="connsiteY4" fmla="*/ 5638800 h 5638800"/>
              <a:gd name="connsiteX5" fmla="*/ 6646431 w 10761225"/>
              <a:gd name="connsiteY5" fmla="*/ 3820160 h 5638800"/>
              <a:gd name="connsiteX6" fmla="*/ 2165871 w 10761225"/>
              <a:gd name="connsiteY6" fmla="*/ 1503680 h 5638800"/>
              <a:gd name="connsiteX7" fmla="*/ 0 w 10761225"/>
              <a:gd name="connsiteY7" fmla="*/ 1503680 h 5638800"/>
              <a:gd name="connsiteX8" fmla="*/ 0 w 10761225"/>
              <a:gd name="connsiteY8" fmla="*/ 20320 h 5638800"/>
              <a:gd name="connsiteX0" fmla="*/ 0 w 10761225"/>
              <a:gd name="connsiteY0" fmla="*/ 20320 h 5638800"/>
              <a:gd name="connsiteX1" fmla="*/ 3537471 w 10761225"/>
              <a:gd name="connsiteY1" fmla="*/ 0 h 5638800"/>
              <a:gd name="connsiteX2" fmla="*/ 8515871 w 10761225"/>
              <a:gd name="connsiteY2" fmla="*/ 0 h 5638800"/>
              <a:gd name="connsiteX3" fmla="*/ 10761225 w 10761225"/>
              <a:gd name="connsiteY3" fmla="*/ 20320 h 5638800"/>
              <a:gd name="connsiteX4" fmla="*/ 10578345 w 10761225"/>
              <a:gd name="connsiteY4" fmla="*/ 5638800 h 5638800"/>
              <a:gd name="connsiteX5" fmla="*/ 6646431 w 10761225"/>
              <a:gd name="connsiteY5" fmla="*/ 3820160 h 5638800"/>
              <a:gd name="connsiteX6" fmla="*/ 3466351 w 10761225"/>
              <a:gd name="connsiteY6" fmla="*/ 1971040 h 5638800"/>
              <a:gd name="connsiteX7" fmla="*/ 0 w 10761225"/>
              <a:gd name="connsiteY7" fmla="*/ 1503680 h 5638800"/>
              <a:gd name="connsiteX8" fmla="*/ 0 w 1076122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646431 w 10578345"/>
              <a:gd name="connsiteY5" fmla="*/ 3820160 h 5638800"/>
              <a:gd name="connsiteX6" fmla="*/ 3466351 w 10578345"/>
              <a:gd name="connsiteY6" fmla="*/ 1971040 h 5638800"/>
              <a:gd name="connsiteX7" fmla="*/ 0 w 10578345"/>
              <a:gd name="connsiteY7" fmla="*/ 1503680 h 5638800"/>
              <a:gd name="connsiteX8" fmla="*/ 0 w 1057834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66351 w 10578345"/>
              <a:gd name="connsiteY6" fmla="*/ 1971040 h 5638800"/>
              <a:gd name="connsiteX7" fmla="*/ 0 w 10578345"/>
              <a:gd name="connsiteY7" fmla="*/ 1503680 h 5638800"/>
              <a:gd name="connsiteX8" fmla="*/ 0 w 1057834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66351 w 10578345"/>
              <a:gd name="connsiteY6" fmla="*/ 1971040 h 5638800"/>
              <a:gd name="connsiteX7" fmla="*/ 0 w 10578345"/>
              <a:gd name="connsiteY7" fmla="*/ 1503680 h 5638800"/>
              <a:gd name="connsiteX8" fmla="*/ 0 w 1057834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66351 w 10578345"/>
              <a:gd name="connsiteY6" fmla="*/ 1971040 h 5638800"/>
              <a:gd name="connsiteX7" fmla="*/ 0 w 10578345"/>
              <a:gd name="connsiteY7" fmla="*/ 604520 h 5638800"/>
              <a:gd name="connsiteX8" fmla="*/ 0 w 1057834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96831 w 10578345"/>
              <a:gd name="connsiteY6" fmla="*/ 1384300 h 5638800"/>
              <a:gd name="connsiteX7" fmla="*/ 0 w 10578345"/>
              <a:gd name="connsiteY7" fmla="*/ 604520 h 5638800"/>
              <a:gd name="connsiteX8" fmla="*/ 0 w 10578345"/>
              <a:gd name="connsiteY8" fmla="*/ 20320 h 5638800"/>
              <a:gd name="connsiteX0" fmla="*/ 0 w 10578345"/>
              <a:gd name="connsiteY0" fmla="*/ 12700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96831 w 10578345"/>
              <a:gd name="connsiteY6" fmla="*/ 1384300 h 5638800"/>
              <a:gd name="connsiteX7" fmla="*/ 0 w 10578345"/>
              <a:gd name="connsiteY7" fmla="*/ 604520 h 5638800"/>
              <a:gd name="connsiteX8" fmla="*/ 0 w 10578345"/>
              <a:gd name="connsiteY8" fmla="*/ 127000 h 5638800"/>
              <a:gd name="connsiteX0" fmla="*/ 0 w 10588505"/>
              <a:gd name="connsiteY0" fmla="*/ 127000 h 5638800"/>
              <a:gd name="connsiteX1" fmla="*/ 3537471 w 10588505"/>
              <a:gd name="connsiteY1" fmla="*/ 0 h 5638800"/>
              <a:gd name="connsiteX2" fmla="*/ 8515871 w 10588505"/>
              <a:gd name="connsiteY2" fmla="*/ 0 h 5638800"/>
              <a:gd name="connsiteX3" fmla="*/ 10588505 w 10588505"/>
              <a:gd name="connsiteY3" fmla="*/ 5140960 h 5638800"/>
              <a:gd name="connsiteX4" fmla="*/ 10578345 w 10588505"/>
              <a:gd name="connsiteY4" fmla="*/ 5638800 h 5638800"/>
              <a:gd name="connsiteX5" fmla="*/ 6775971 w 10588505"/>
              <a:gd name="connsiteY5" fmla="*/ 3911600 h 5638800"/>
              <a:gd name="connsiteX6" fmla="*/ 3496831 w 10588505"/>
              <a:gd name="connsiteY6" fmla="*/ 1384300 h 5638800"/>
              <a:gd name="connsiteX7" fmla="*/ 0 w 10588505"/>
              <a:gd name="connsiteY7" fmla="*/ 604520 h 5638800"/>
              <a:gd name="connsiteX8" fmla="*/ 0 w 10588505"/>
              <a:gd name="connsiteY8" fmla="*/ 127000 h 5638800"/>
              <a:gd name="connsiteX0" fmla="*/ 0 w 10588505"/>
              <a:gd name="connsiteY0" fmla="*/ 127000 h 5638800"/>
              <a:gd name="connsiteX1" fmla="*/ 3537471 w 10588505"/>
              <a:gd name="connsiteY1" fmla="*/ 0 h 5638800"/>
              <a:gd name="connsiteX2" fmla="*/ 7022351 w 10588505"/>
              <a:gd name="connsiteY2" fmla="*/ 3489960 h 5638800"/>
              <a:gd name="connsiteX3" fmla="*/ 10588505 w 10588505"/>
              <a:gd name="connsiteY3" fmla="*/ 5140960 h 5638800"/>
              <a:gd name="connsiteX4" fmla="*/ 10578345 w 10588505"/>
              <a:gd name="connsiteY4" fmla="*/ 5638800 h 5638800"/>
              <a:gd name="connsiteX5" fmla="*/ 6775971 w 10588505"/>
              <a:gd name="connsiteY5" fmla="*/ 3911600 h 5638800"/>
              <a:gd name="connsiteX6" fmla="*/ 3496831 w 10588505"/>
              <a:gd name="connsiteY6" fmla="*/ 1384300 h 5638800"/>
              <a:gd name="connsiteX7" fmla="*/ 0 w 10588505"/>
              <a:gd name="connsiteY7" fmla="*/ 604520 h 5638800"/>
              <a:gd name="connsiteX8" fmla="*/ 0 w 10588505"/>
              <a:gd name="connsiteY8" fmla="*/ 127000 h 5638800"/>
              <a:gd name="connsiteX0" fmla="*/ 0 w 10588505"/>
              <a:gd name="connsiteY0" fmla="*/ 0 h 5511800"/>
              <a:gd name="connsiteX1" fmla="*/ 3362211 w 10588505"/>
              <a:gd name="connsiteY1" fmla="*/ 695960 h 5511800"/>
              <a:gd name="connsiteX2" fmla="*/ 7022351 w 10588505"/>
              <a:gd name="connsiteY2" fmla="*/ 3362960 h 5511800"/>
              <a:gd name="connsiteX3" fmla="*/ 10588505 w 10588505"/>
              <a:gd name="connsiteY3" fmla="*/ 5013960 h 5511800"/>
              <a:gd name="connsiteX4" fmla="*/ 10578345 w 10588505"/>
              <a:gd name="connsiteY4" fmla="*/ 5511800 h 5511800"/>
              <a:gd name="connsiteX5" fmla="*/ 6775971 w 10588505"/>
              <a:gd name="connsiteY5" fmla="*/ 3784600 h 5511800"/>
              <a:gd name="connsiteX6" fmla="*/ 3496831 w 10588505"/>
              <a:gd name="connsiteY6" fmla="*/ 1257300 h 5511800"/>
              <a:gd name="connsiteX7" fmla="*/ 0 w 10588505"/>
              <a:gd name="connsiteY7" fmla="*/ 477520 h 5511800"/>
              <a:gd name="connsiteX8" fmla="*/ 0 w 10588505"/>
              <a:gd name="connsiteY8" fmla="*/ 0 h 5511800"/>
              <a:gd name="connsiteX0" fmla="*/ 0 w 10588505"/>
              <a:gd name="connsiteY0" fmla="*/ 0 h 5511800"/>
              <a:gd name="connsiteX1" fmla="*/ 3362211 w 10588505"/>
              <a:gd name="connsiteY1" fmla="*/ 695960 h 5511800"/>
              <a:gd name="connsiteX2" fmla="*/ 7022351 w 10588505"/>
              <a:gd name="connsiteY2" fmla="*/ 3362960 h 5511800"/>
              <a:gd name="connsiteX3" fmla="*/ 10588505 w 10588505"/>
              <a:gd name="connsiteY3" fmla="*/ 5013960 h 5511800"/>
              <a:gd name="connsiteX4" fmla="*/ 10578345 w 10588505"/>
              <a:gd name="connsiteY4" fmla="*/ 5511800 h 5511800"/>
              <a:gd name="connsiteX5" fmla="*/ 6775971 w 10588505"/>
              <a:gd name="connsiteY5" fmla="*/ 3784600 h 5511800"/>
              <a:gd name="connsiteX6" fmla="*/ 3496831 w 10588505"/>
              <a:gd name="connsiteY6" fmla="*/ 1257300 h 5511800"/>
              <a:gd name="connsiteX7" fmla="*/ 0 w 10588505"/>
              <a:gd name="connsiteY7" fmla="*/ 477520 h 5511800"/>
              <a:gd name="connsiteX8" fmla="*/ 0 w 10588505"/>
              <a:gd name="connsiteY8" fmla="*/ 0 h 5511800"/>
              <a:gd name="connsiteX0" fmla="*/ 0 w 10588505"/>
              <a:gd name="connsiteY0" fmla="*/ 2823 h 5514623"/>
              <a:gd name="connsiteX1" fmla="*/ 3362211 w 10588505"/>
              <a:gd name="connsiteY1" fmla="*/ 698783 h 5514623"/>
              <a:gd name="connsiteX2" fmla="*/ 7022351 w 10588505"/>
              <a:gd name="connsiteY2" fmla="*/ 3365783 h 5514623"/>
              <a:gd name="connsiteX3" fmla="*/ 10588505 w 10588505"/>
              <a:gd name="connsiteY3" fmla="*/ 5016783 h 5514623"/>
              <a:gd name="connsiteX4" fmla="*/ 10578345 w 10588505"/>
              <a:gd name="connsiteY4" fmla="*/ 5514623 h 5514623"/>
              <a:gd name="connsiteX5" fmla="*/ 6775971 w 10588505"/>
              <a:gd name="connsiteY5" fmla="*/ 3787423 h 5514623"/>
              <a:gd name="connsiteX6" fmla="*/ 3496831 w 10588505"/>
              <a:gd name="connsiteY6" fmla="*/ 1260123 h 5514623"/>
              <a:gd name="connsiteX7" fmla="*/ 0 w 10588505"/>
              <a:gd name="connsiteY7" fmla="*/ 480343 h 5514623"/>
              <a:gd name="connsiteX8" fmla="*/ 0 w 10588505"/>
              <a:gd name="connsiteY8" fmla="*/ 2823 h 5514623"/>
              <a:gd name="connsiteX0" fmla="*/ 0 w 10588505"/>
              <a:gd name="connsiteY0" fmla="*/ 2823 h 5514623"/>
              <a:gd name="connsiteX1" fmla="*/ 3362211 w 10588505"/>
              <a:gd name="connsiteY1" fmla="*/ 698783 h 5514623"/>
              <a:gd name="connsiteX2" fmla="*/ 7022351 w 10588505"/>
              <a:gd name="connsiteY2" fmla="*/ 3365783 h 5514623"/>
              <a:gd name="connsiteX3" fmla="*/ 10588505 w 10588505"/>
              <a:gd name="connsiteY3" fmla="*/ 5016783 h 5514623"/>
              <a:gd name="connsiteX4" fmla="*/ 10578345 w 10588505"/>
              <a:gd name="connsiteY4" fmla="*/ 5514623 h 5514623"/>
              <a:gd name="connsiteX5" fmla="*/ 6775971 w 10588505"/>
              <a:gd name="connsiteY5" fmla="*/ 3787423 h 5514623"/>
              <a:gd name="connsiteX6" fmla="*/ 3496831 w 10588505"/>
              <a:gd name="connsiteY6" fmla="*/ 1260123 h 5514623"/>
              <a:gd name="connsiteX7" fmla="*/ 0 w 10588505"/>
              <a:gd name="connsiteY7" fmla="*/ 480343 h 5514623"/>
              <a:gd name="connsiteX8" fmla="*/ 0 w 10588505"/>
              <a:gd name="connsiteY8" fmla="*/ 2823 h 5514623"/>
              <a:gd name="connsiteX0" fmla="*/ 0 w 10588505"/>
              <a:gd name="connsiteY0" fmla="*/ 2823 h 5514623"/>
              <a:gd name="connsiteX1" fmla="*/ 3362211 w 10588505"/>
              <a:gd name="connsiteY1" fmla="*/ 698783 h 5514623"/>
              <a:gd name="connsiteX2" fmla="*/ 7022351 w 10588505"/>
              <a:gd name="connsiteY2" fmla="*/ 3365783 h 5514623"/>
              <a:gd name="connsiteX3" fmla="*/ 10588505 w 10588505"/>
              <a:gd name="connsiteY3" fmla="*/ 5016783 h 5514623"/>
              <a:gd name="connsiteX4" fmla="*/ 10578345 w 10588505"/>
              <a:gd name="connsiteY4" fmla="*/ 5514623 h 5514623"/>
              <a:gd name="connsiteX5" fmla="*/ 6775971 w 10588505"/>
              <a:gd name="connsiteY5" fmla="*/ 3787423 h 5514623"/>
              <a:gd name="connsiteX6" fmla="*/ 3496831 w 10588505"/>
              <a:gd name="connsiteY6" fmla="*/ 1260123 h 5514623"/>
              <a:gd name="connsiteX7" fmla="*/ 0 w 10588505"/>
              <a:gd name="connsiteY7" fmla="*/ 480343 h 5514623"/>
              <a:gd name="connsiteX8" fmla="*/ 0 w 10588505"/>
              <a:gd name="connsiteY8" fmla="*/ 2823 h 5514623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487541"/>
              <a:gd name="connsiteX1" fmla="*/ 3362211 w 10588505"/>
              <a:gd name="connsiteY1" fmla="*/ 712645 h 5487541"/>
              <a:gd name="connsiteX2" fmla="*/ 7022351 w 10588505"/>
              <a:gd name="connsiteY2" fmla="*/ 3379645 h 5487541"/>
              <a:gd name="connsiteX3" fmla="*/ 10588505 w 10588505"/>
              <a:gd name="connsiteY3" fmla="*/ 5030645 h 5487541"/>
              <a:gd name="connsiteX4" fmla="*/ 10585169 w 10588505"/>
              <a:gd name="connsiteY4" fmla="*/ 5487541 h 5487541"/>
              <a:gd name="connsiteX5" fmla="*/ 6775971 w 10588505"/>
              <a:gd name="connsiteY5" fmla="*/ 3801285 h 5487541"/>
              <a:gd name="connsiteX6" fmla="*/ 3496831 w 10588505"/>
              <a:gd name="connsiteY6" fmla="*/ 1273985 h 5487541"/>
              <a:gd name="connsiteX7" fmla="*/ 0 w 10588505"/>
              <a:gd name="connsiteY7" fmla="*/ 494205 h 5487541"/>
              <a:gd name="connsiteX8" fmla="*/ 0 w 10588505"/>
              <a:gd name="connsiteY8" fmla="*/ 16685 h 5487541"/>
              <a:gd name="connsiteX0" fmla="*/ 0 w 10588505"/>
              <a:gd name="connsiteY0" fmla="*/ 16685 h 5487541"/>
              <a:gd name="connsiteX1" fmla="*/ 3362211 w 10588505"/>
              <a:gd name="connsiteY1" fmla="*/ 712645 h 5487541"/>
              <a:gd name="connsiteX2" fmla="*/ 7022351 w 10588505"/>
              <a:gd name="connsiteY2" fmla="*/ 3379645 h 5487541"/>
              <a:gd name="connsiteX3" fmla="*/ 10588505 w 10588505"/>
              <a:gd name="connsiteY3" fmla="*/ 5030645 h 5487541"/>
              <a:gd name="connsiteX4" fmla="*/ 10585169 w 10588505"/>
              <a:gd name="connsiteY4" fmla="*/ 5487541 h 5487541"/>
              <a:gd name="connsiteX5" fmla="*/ 6775971 w 10588505"/>
              <a:gd name="connsiteY5" fmla="*/ 3801285 h 5487541"/>
              <a:gd name="connsiteX6" fmla="*/ 3496831 w 10588505"/>
              <a:gd name="connsiteY6" fmla="*/ 1273985 h 5487541"/>
              <a:gd name="connsiteX7" fmla="*/ 0 w 10588505"/>
              <a:gd name="connsiteY7" fmla="*/ 494205 h 5487541"/>
              <a:gd name="connsiteX8" fmla="*/ 0 w 10588505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72447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72447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72447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00800"/>
              <a:gd name="connsiteX1" fmla="*/ 3362211 w 10585169"/>
              <a:gd name="connsiteY1" fmla="*/ 625904 h 5400800"/>
              <a:gd name="connsiteX2" fmla="*/ 7022351 w 10585169"/>
              <a:gd name="connsiteY2" fmla="*/ 3292904 h 5400800"/>
              <a:gd name="connsiteX3" fmla="*/ 10574858 w 10585169"/>
              <a:gd name="connsiteY3" fmla="*/ 4909784 h 5400800"/>
              <a:gd name="connsiteX4" fmla="*/ 10585169 w 10585169"/>
              <a:gd name="connsiteY4" fmla="*/ 5400800 h 5400800"/>
              <a:gd name="connsiteX5" fmla="*/ 6775971 w 10585169"/>
              <a:gd name="connsiteY5" fmla="*/ 3714544 h 5400800"/>
              <a:gd name="connsiteX6" fmla="*/ 3472447 w 10585169"/>
              <a:gd name="connsiteY6" fmla="*/ 1187244 h 5400800"/>
              <a:gd name="connsiteX7" fmla="*/ 0 w 10585169"/>
              <a:gd name="connsiteY7" fmla="*/ 407464 h 5400800"/>
              <a:gd name="connsiteX8" fmla="*/ 0 w 10585169"/>
              <a:gd name="connsiteY8" fmla="*/ 0 h 5400800"/>
              <a:gd name="connsiteX0" fmla="*/ 0 w 10585169"/>
              <a:gd name="connsiteY0" fmla="*/ 17114 h 5417914"/>
              <a:gd name="connsiteX1" fmla="*/ 3362211 w 10585169"/>
              <a:gd name="connsiteY1" fmla="*/ 643018 h 5417914"/>
              <a:gd name="connsiteX2" fmla="*/ 7022351 w 10585169"/>
              <a:gd name="connsiteY2" fmla="*/ 3310018 h 5417914"/>
              <a:gd name="connsiteX3" fmla="*/ 10574858 w 10585169"/>
              <a:gd name="connsiteY3" fmla="*/ 4926898 h 5417914"/>
              <a:gd name="connsiteX4" fmla="*/ 10585169 w 10585169"/>
              <a:gd name="connsiteY4" fmla="*/ 5417914 h 5417914"/>
              <a:gd name="connsiteX5" fmla="*/ 6775971 w 10585169"/>
              <a:gd name="connsiteY5" fmla="*/ 3731658 h 5417914"/>
              <a:gd name="connsiteX6" fmla="*/ 3472447 w 10585169"/>
              <a:gd name="connsiteY6" fmla="*/ 1204358 h 5417914"/>
              <a:gd name="connsiteX7" fmla="*/ 0 w 10585169"/>
              <a:gd name="connsiteY7" fmla="*/ 424578 h 5417914"/>
              <a:gd name="connsiteX8" fmla="*/ 0 w 10585169"/>
              <a:gd name="connsiteY8" fmla="*/ 17114 h 5417914"/>
              <a:gd name="connsiteX0" fmla="*/ 0 w 10585169"/>
              <a:gd name="connsiteY0" fmla="*/ 17114 h 5417914"/>
              <a:gd name="connsiteX1" fmla="*/ 3362211 w 10585169"/>
              <a:gd name="connsiteY1" fmla="*/ 643018 h 5417914"/>
              <a:gd name="connsiteX2" fmla="*/ 7022351 w 10585169"/>
              <a:gd name="connsiteY2" fmla="*/ 3310018 h 5417914"/>
              <a:gd name="connsiteX3" fmla="*/ 10574858 w 10585169"/>
              <a:gd name="connsiteY3" fmla="*/ 4926898 h 5417914"/>
              <a:gd name="connsiteX4" fmla="*/ 10585169 w 10585169"/>
              <a:gd name="connsiteY4" fmla="*/ 5417914 h 5417914"/>
              <a:gd name="connsiteX5" fmla="*/ 6775971 w 10585169"/>
              <a:gd name="connsiteY5" fmla="*/ 3731658 h 5417914"/>
              <a:gd name="connsiteX6" fmla="*/ 3472447 w 10585169"/>
              <a:gd name="connsiteY6" fmla="*/ 1204358 h 5417914"/>
              <a:gd name="connsiteX7" fmla="*/ 30480 w 10585169"/>
              <a:gd name="connsiteY7" fmla="*/ 479066 h 5417914"/>
              <a:gd name="connsiteX8" fmla="*/ 0 w 10585169"/>
              <a:gd name="connsiteY8" fmla="*/ 17114 h 5417914"/>
              <a:gd name="connsiteX0" fmla="*/ 0 w 10585169"/>
              <a:gd name="connsiteY0" fmla="*/ 17114 h 5417914"/>
              <a:gd name="connsiteX1" fmla="*/ 3362211 w 10585169"/>
              <a:gd name="connsiteY1" fmla="*/ 643018 h 5417914"/>
              <a:gd name="connsiteX2" fmla="*/ 7022351 w 10585169"/>
              <a:gd name="connsiteY2" fmla="*/ 3310018 h 5417914"/>
              <a:gd name="connsiteX3" fmla="*/ 10574858 w 10585169"/>
              <a:gd name="connsiteY3" fmla="*/ 4926898 h 5417914"/>
              <a:gd name="connsiteX4" fmla="*/ 10585169 w 10585169"/>
              <a:gd name="connsiteY4" fmla="*/ 5417914 h 5417914"/>
              <a:gd name="connsiteX5" fmla="*/ 6775971 w 10585169"/>
              <a:gd name="connsiteY5" fmla="*/ 3731658 h 5417914"/>
              <a:gd name="connsiteX6" fmla="*/ 3472447 w 10585169"/>
              <a:gd name="connsiteY6" fmla="*/ 1204358 h 5417914"/>
              <a:gd name="connsiteX7" fmla="*/ 30480 w 10585169"/>
              <a:gd name="connsiteY7" fmla="*/ 479066 h 5417914"/>
              <a:gd name="connsiteX8" fmla="*/ 0 w 10585169"/>
              <a:gd name="connsiteY8" fmla="*/ 17114 h 5417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85169" h="5417914">
                <a:moveTo>
                  <a:pt x="0" y="17114"/>
                </a:moveTo>
                <a:cubicBezTo>
                  <a:pt x="707210" y="6628"/>
                  <a:pt x="1080959" y="-137951"/>
                  <a:pt x="3362211" y="643018"/>
                </a:cubicBezTo>
                <a:cubicBezTo>
                  <a:pt x="3865751" y="856453"/>
                  <a:pt x="4362466" y="919764"/>
                  <a:pt x="7022351" y="3310018"/>
                </a:cubicBezTo>
                <a:cubicBezTo>
                  <a:pt x="8431708" y="4394888"/>
                  <a:pt x="9643172" y="4872433"/>
                  <a:pt x="10574858" y="4926898"/>
                </a:cubicBezTo>
                <a:lnTo>
                  <a:pt x="10585169" y="5417914"/>
                </a:lnTo>
                <a:cubicBezTo>
                  <a:pt x="10143400" y="5295468"/>
                  <a:pt x="8973570" y="5383016"/>
                  <a:pt x="6775971" y="3731658"/>
                </a:cubicBezTo>
                <a:cubicBezTo>
                  <a:pt x="5682924" y="2889225"/>
                  <a:pt x="5153804" y="2039239"/>
                  <a:pt x="3472447" y="1204358"/>
                </a:cubicBezTo>
                <a:cubicBezTo>
                  <a:pt x="1187721" y="316634"/>
                  <a:pt x="462160" y="467406"/>
                  <a:pt x="30480" y="479066"/>
                </a:cubicBezTo>
                <a:lnTo>
                  <a:pt x="0" y="17114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椭圆 201">
            <a:extLst>
              <a:ext uri="{FF2B5EF4-FFF2-40B4-BE49-F238E27FC236}">
                <a16:creationId xmlns:a16="http://schemas.microsoft.com/office/drawing/2014/main" id="{81BACABA-D6BD-47D9-BC7F-53C69E8D001A}"/>
              </a:ext>
            </a:extLst>
          </p:cNvPr>
          <p:cNvSpPr/>
          <p:nvPr/>
        </p:nvSpPr>
        <p:spPr>
          <a:xfrm>
            <a:off x="-196768" y="2194424"/>
            <a:ext cx="6197054" cy="5950424"/>
          </a:xfrm>
          <a:custGeom>
            <a:avLst/>
            <a:gdLst>
              <a:gd name="connsiteX0" fmla="*/ 0 w 12170918"/>
              <a:gd name="connsiteY0" fmla="*/ 6085459 h 12170918"/>
              <a:gd name="connsiteX1" fmla="*/ 6085459 w 12170918"/>
              <a:gd name="connsiteY1" fmla="*/ 0 h 12170918"/>
              <a:gd name="connsiteX2" fmla="*/ 12170918 w 12170918"/>
              <a:gd name="connsiteY2" fmla="*/ 6085459 h 12170918"/>
              <a:gd name="connsiteX3" fmla="*/ 6085459 w 12170918"/>
              <a:gd name="connsiteY3" fmla="*/ 12170918 h 12170918"/>
              <a:gd name="connsiteX4" fmla="*/ 0 w 12170918"/>
              <a:gd name="connsiteY4" fmla="*/ 6085459 h 12170918"/>
              <a:gd name="connsiteX0" fmla="*/ 5996256 w 12081715"/>
              <a:gd name="connsiteY0" fmla="*/ 0 h 12170918"/>
              <a:gd name="connsiteX1" fmla="*/ 12081715 w 12081715"/>
              <a:gd name="connsiteY1" fmla="*/ 6085459 h 12170918"/>
              <a:gd name="connsiteX2" fmla="*/ 5996256 w 12081715"/>
              <a:gd name="connsiteY2" fmla="*/ 12170918 h 12170918"/>
              <a:gd name="connsiteX3" fmla="*/ 2237 w 12081715"/>
              <a:gd name="connsiteY3" fmla="*/ 6176899 h 12170918"/>
              <a:gd name="connsiteX0" fmla="*/ 4942960 w 12081715"/>
              <a:gd name="connsiteY0" fmla="*/ 0 h 12275091"/>
              <a:gd name="connsiteX1" fmla="*/ 12081715 w 12081715"/>
              <a:gd name="connsiteY1" fmla="*/ 6189632 h 12275091"/>
              <a:gd name="connsiteX2" fmla="*/ 5996256 w 12081715"/>
              <a:gd name="connsiteY2" fmla="*/ 12275091 h 12275091"/>
              <a:gd name="connsiteX3" fmla="*/ 2237 w 12081715"/>
              <a:gd name="connsiteY3" fmla="*/ 6281072 h 12275091"/>
              <a:gd name="connsiteX0" fmla="*/ 4942960 w 12081715"/>
              <a:gd name="connsiteY0" fmla="*/ 43723 h 12318814"/>
              <a:gd name="connsiteX1" fmla="*/ 12081715 w 12081715"/>
              <a:gd name="connsiteY1" fmla="*/ 6233355 h 12318814"/>
              <a:gd name="connsiteX2" fmla="*/ 5996256 w 12081715"/>
              <a:gd name="connsiteY2" fmla="*/ 12318814 h 12318814"/>
              <a:gd name="connsiteX3" fmla="*/ 2237 w 12081715"/>
              <a:gd name="connsiteY3" fmla="*/ 6324795 h 12318814"/>
              <a:gd name="connsiteX0" fmla="*/ 4942235 w 12034691"/>
              <a:gd name="connsiteY0" fmla="*/ 64294 h 12350761"/>
              <a:gd name="connsiteX1" fmla="*/ 12034691 w 12034691"/>
              <a:gd name="connsiteY1" fmla="*/ 5038584 h 12350761"/>
              <a:gd name="connsiteX2" fmla="*/ 5995531 w 12034691"/>
              <a:gd name="connsiteY2" fmla="*/ 12339385 h 12350761"/>
              <a:gd name="connsiteX3" fmla="*/ 1512 w 12034691"/>
              <a:gd name="connsiteY3" fmla="*/ 6345366 h 12350761"/>
              <a:gd name="connsiteX0" fmla="*/ 4942235 w 12034691"/>
              <a:gd name="connsiteY0" fmla="*/ 58977 h 12345444"/>
              <a:gd name="connsiteX1" fmla="*/ 12034691 w 12034691"/>
              <a:gd name="connsiteY1" fmla="*/ 5033267 h 12345444"/>
              <a:gd name="connsiteX2" fmla="*/ 5995531 w 12034691"/>
              <a:gd name="connsiteY2" fmla="*/ 12334068 h 12345444"/>
              <a:gd name="connsiteX3" fmla="*/ 1512 w 12034691"/>
              <a:gd name="connsiteY3" fmla="*/ 6340049 h 12345444"/>
              <a:gd name="connsiteX0" fmla="*/ 4942175 w 11004485"/>
              <a:gd name="connsiteY0" fmla="*/ 62819 h 12352267"/>
              <a:gd name="connsiteX1" fmla="*/ 11004485 w 11004485"/>
              <a:gd name="connsiteY1" fmla="*/ 4863489 h 12352267"/>
              <a:gd name="connsiteX2" fmla="*/ 5995471 w 11004485"/>
              <a:gd name="connsiteY2" fmla="*/ 12337910 h 12352267"/>
              <a:gd name="connsiteX3" fmla="*/ 1452 w 11004485"/>
              <a:gd name="connsiteY3" fmla="*/ 6343891 h 12352267"/>
              <a:gd name="connsiteX0" fmla="*/ 4942175 w 11022516"/>
              <a:gd name="connsiteY0" fmla="*/ 49186 h 12338634"/>
              <a:gd name="connsiteX1" fmla="*/ 11004485 w 11022516"/>
              <a:gd name="connsiteY1" fmla="*/ 4849856 h 12338634"/>
              <a:gd name="connsiteX2" fmla="*/ 5995471 w 11022516"/>
              <a:gd name="connsiteY2" fmla="*/ 12324277 h 12338634"/>
              <a:gd name="connsiteX3" fmla="*/ 1452 w 11022516"/>
              <a:gd name="connsiteY3" fmla="*/ 6330258 h 12338634"/>
              <a:gd name="connsiteX0" fmla="*/ 0 w 6080341"/>
              <a:gd name="connsiteY0" fmla="*/ 49186 h 12324277"/>
              <a:gd name="connsiteX1" fmla="*/ 6062310 w 6080341"/>
              <a:gd name="connsiteY1" fmla="*/ 4849856 h 12324277"/>
              <a:gd name="connsiteX2" fmla="*/ 1053296 w 6080341"/>
              <a:gd name="connsiteY2" fmla="*/ 12324277 h 12324277"/>
              <a:gd name="connsiteX0" fmla="*/ 775504 w 6855845"/>
              <a:gd name="connsiteY0" fmla="*/ 49186 h 6584176"/>
              <a:gd name="connsiteX1" fmla="*/ 6837814 w 6855845"/>
              <a:gd name="connsiteY1" fmla="*/ 4849856 h 6584176"/>
              <a:gd name="connsiteX2" fmla="*/ 0 w 6855845"/>
              <a:gd name="connsiteY2" fmla="*/ 5854029 h 6584176"/>
              <a:gd name="connsiteX0" fmla="*/ 266218 w 6346559"/>
              <a:gd name="connsiteY0" fmla="*/ 49186 h 6395260"/>
              <a:gd name="connsiteX1" fmla="*/ 6328528 w 6346559"/>
              <a:gd name="connsiteY1" fmla="*/ 4849856 h 6395260"/>
              <a:gd name="connsiteX2" fmla="*/ 0 w 6346559"/>
              <a:gd name="connsiteY2" fmla="*/ 5252145 h 6395260"/>
              <a:gd name="connsiteX0" fmla="*/ 127322 w 6207663"/>
              <a:gd name="connsiteY0" fmla="*/ 49186 h 6398507"/>
              <a:gd name="connsiteX1" fmla="*/ 6189632 w 6207663"/>
              <a:gd name="connsiteY1" fmla="*/ 4849856 h 6398507"/>
              <a:gd name="connsiteX2" fmla="*/ 0 w 6207663"/>
              <a:gd name="connsiteY2" fmla="*/ 5263720 h 6398507"/>
              <a:gd name="connsiteX0" fmla="*/ 134796 w 6207708"/>
              <a:gd name="connsiteY0" fmla="*/ 49299 h 6391000"/>
              <a:gd name="connsiteX1" fmla="*/ 6189632 w 6207708"/>
              <a:gd name="connsiteY1" fmla="*/ 4842349 h 6391000"/>
              <a:gd name="connsiteX2" fmla="*/ 0 w 6207708"/>
              <a:gd name="connsiteY2" fmla="*/ 5256213 h 6391000"/>
              <a:gd name="connsiteX0" fmla="*/ 134796 w 6208445"/>
              <a:gd name="connsiteY0" fmla="*/ 20053 h 6361754"/>
              <a:gd name="connsiteX1" fmla="*/ 6189632 w 6208445"/>
              <a:gd name="connsiteY1" fmla="*/ 4813103 h 6361754"/>
              <a:gd name="connsiteX2" fmla="*/ 0 w 6208445"/>
              <a:gd name="connsiteY2" fmla="*/ 5226967 h 6361754"/>
              <a:gd name="connsiteX0" fmla="*/ 134796 w 6097097"/>
              <a:gd name="connsiteY0" fmla="*/ 21363 h 6233341"/>
              <a:gd name="connsiteX1" fmla="*/ 6077525 w 6097097"/>
              <a:gd name="connsiteY1" fmla="*/ 4631533 h 6233341"/>
              <a:gd name="connsiteX2" fmla="*/ 0 w 6097097"/>
              <a:gd name="connsiteY2" fmla="*/ 5228277 h 6233341"/>
              <a:gd name="connsiteX0" fmla="*/ 134796 w 6078322"/>
              <a:gd name="connsiteY0" fmla="*/ 21770 h 6233748"/>
              <a:gd name="connsiteX1" fmla="*/ 6077525 w 6078322"/>
              <a:gd name="connsiteY1" fmla="*/ 4631940 h 6233748"/>
              <a:gd name="connsiteX2" fmla="*/ 0 w 6078322"/>
              <a:gd name="connsiteY2" fmla="*/ 5228684 h 6233748"/>
              <a:gd name="connsiteX0" fmla="*/ 134796 w 6078124"/>
              <a:gd name="connsiteY0" fmla="*/ 8103 h 6220081"/>
              <a:gd name="connsiteX1" fmla="*/ 6077525 w 6078124"/>
              <a:gd name="connsiteY1" fmla="*/ 4618273 h 6220081"/>
              <a:gd name="connsiteX2" fmla="*/ 0 w 6078124"/>
              <a:gd name="connsiteY2" fmla="*/ 5215017 h 6220081"/>
              <a:gd name="connsiteX0" fmla="*/ 174953 w 6078132"/>
              <a:gd name="connsiteY0" fmla="*/ 8494 h 6104466"/>
              <a:gd name="connsiteX1" fmla="*/ 6077525 w 6078132"/>
              <a:gd name="connsiteY1" fmla="*/ 4502658 h 6104466"/>
              <a:gd name="connsiteX2" fmla="*/ 0 w 6078132"/>
              <a:gd name="connsiteY2" fmla="*/ 5099402 h 6104466"/>
              <a:gd name="connsiteX0" fmla="*/ 174953 w 6078196"/>
              <a:gd name="connsiteY0" fmla="*/ 6030 h 6102002"/>
              <a:gd name="connsiteX1" fmla="*/ 6077525 w 6078196"/>
              <a:gd name="connsiteY1" fmla="*/ 4500194 h 6102002"/>
              <a:gd name="connsiteX2" fmla="*/ 0 w 6078196"/>
              <a:gd name="connsiteY2" fmla="*/ 5096938 h 6102002"/>
              <a:gd name="connsiteX0" fmla="*/ 174953 w 6078196"/>
              <a:gd name="connsiteY0" fmla="*/ 6266 h 6013527"/>
              <a:gd name="connsiteX1" fmla="*/ 6077525 w 6078196"/>
              <a:gd name="connsiteY1" fmla="*/ 4411719 h 6013527"/>
              <a:gd name="connsiteX2" fmla="*/ 0 w 6078196"/>
              <a:gd name="connsiteY2" fmla="*/ 5008463 h 6013527"/>
              <a:gd name="connsiteX0" fmla="*/ 174953 w 6078178"/>
              <a:gd name="connsiteY0" fmla="*/ 17672 h 6024933"/>
              <a:gd name="connsiteX1" fmla="*/ 6077525 w 6078178"/>
              <a:gd name="connsiteY1" fmla="*/ 4423125 h 6024933"/>
              <a:gd name="connsiteX2" fmla="*/ 0 w 6078178"/>
              <a:gd name="connsiteY2" fmla="*/ 5019869 h 6024933"/>
              <a:gd name="connsiteX0" fmla="*/ 148182 w 6078172"/>
              <a:gd name="connsiteY0" fmla="*/ 18226 h 5950424"/>
              <a:gd name="connsiteX1" fmla="*/ 6077525 w 6078172"/>
              <a:gd name="connsiteY1" fmla="*/ 4348616 h 5950424"/>
              <a:gd name="connsiteX2" fmla="*/ 0 w 6078172"/>
              <a:gd name="connsiteY2" fmla="*/ 4945360 h 595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78172" h="5950424">
                <a:moveTo>
                  <a:pt x="148182" y="18226"/>
                </a:moveTo>
                <a:cubicBezTo>
                  <a:pt x="3334488" y="-220938"/>
                  <a:pt x="6127003" y="1929793"/>
                  <a:pt x="6077525" y="4348616"/>
                </a:cubicBezTo>
                <a:cubicBezTo>
                  <a:pt x="6077525" y="7709522"/>
                  <a:pt x="1833839" y="4698626"/>
                  <a:pt x="0" y="4945360"/>
                </a:cubicBezTo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D140DC2D-0E72-45B9-A893-2E9B0B2D629F}"/>
              </a:ext>
            </a:extLst>
          </p:cNvPr>
          <p:cNvSpPr txBox="1">
            <a:spLocks/>
          </p:cNvSpPr>
          <p:nvPr/>
        </p:nvSpPr>
        <p:spPr bwMode="auto">
          <a:xfrm>
            <a:off x="28322" y="228957"/>
            <a:ext cx="2624159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TW" sz="2800" dirty="0"/>
              <a:t>What is PHM</a:t>
            </a:r>
            <a:endParaRPr lang="zh-TW" altLang="en-US" sz="2800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F3C13AD-8899-4F24-9BD9-AF6AEDAB48D7}"/>
              </a:ext>
            </a:extLst>
          </p:cNvPr>
          <p:cNvCxnSpPr/>
          <p:nvPr/>
        </p:nvCxnSpPr>
        <p:spPr>
          <a:xfrm>
            <a:off x="2811780" y="586740"/>
            <a:ext cx="92430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標題 1">
            <a:extLst>
              <a:ext uri="{FF2B5EF4-FFF2-40B4-BE49-F238E27FC236}">
                <a16:creationId xmlns:a16="http://schemas.microsoft.com/office/drawing/2014/main" id="{40480E23-5CC3-4885-8B93-411A9A86FFD7}"/>
              </a:ext>
            </a:extLst>
          </p:cNvPr>
          <p:cNvSpPr txBox="1">
            <a:spLocks/>
          </p:cNvSpPr>
          <p:nvPr/>
        </p:nvSpPr>
        <p:spPr bwMode="auto">
          <a:xfrm>
            <a:off x="2811773" y="228957"/>
            <a:ext cx="8799051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工业医生：设备全生命周期</a:t>
            </a:r>
            <a:r>
              <a:rPr lang="en-US" altLang="zh-CN" sz="2000" b="0" dirty="0">
                <a:solidFill>
                  <a:schemeClr val="tx2"/>
                </a:solidFill>
              </a:rPr>
              <a:t>--</a:t>
            </a:r>
            <a:r>
              <a:rPr lang="zh-CN" altLang="en-US" sz="2000" b="0" dirty="0">
                <a:solidFill>
                  <a:schemeClr val="tx2"/>
                </a:solidFill>
              </a:rPr>
              <a:t>诊断、评估、预测和健康管理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7695E8B-F2F2-4BD2-91B9-0F4985A41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463" y="7068459"/>
            <a:ext cx="10646063" cy="518205"/>
          </a:xfrm>
          <a:prstGeom prst="rect">
            <a:avLst/>
          </a:prstGeom>
        </p:spPr>
      </p:pic>
      <p:sp>
        <p:nvSpPr>
          <p:cNvPr id="189" name="椭圆 188">
            <a:extLst>
              <a:ext uri="{FF2B5EF4-FFF2-40B4-BE49-F238E27FC236}">
                <a16:creationId xmlns:a16="http://schemas.microsoft.com/office/drawing/2014/main" id="{07196369-A219-4A72-8EDB-6CE9ED5905B6}"/>
              </a:ext>
            </a:extLst>
          </p:cNvPr>
          <p:cNvSpPr/>
          <p:nvPr/>
        </p:nvSpPr>
        <p:spPr>
          <a:xfrm>
            <a:off x="348779" y="2887885"/>
            <a:ext cx="3757116" cy="3757116"/>
          </a:xfrm>
          <a:prstGeom prst="ellipse">
            <a:avLst/>
          </a:prstGeom>
          <a:noFill/>
          <a:ln w="28575" cap="rnd">
            <a:solidFill>
              <a:srgbClr val="F1C21B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91" name="空心弧 190">
            <a:extLst>
              <a:ext uri="{FF2B5EF4-FFF2-40B4-BE49-F238E27FC236}">
                <a16:creationId xmlns:a16="http://schemas.microsoft.com/office/drawing/2014/main" id="{1E0EF827-8D4A-4395-8B78-1000EFBC2CA0}"/>
              </a:ext>
            </a:extLst>
          </p:cNvPr>
          <p:cNvSpPr/>
          <p:nvPr/>
        </p:nvSpPr>
        <p:spPr>
          <a:xfrm>
            <a:off x="667547" y="3138184"/>
            <a:ext cx="3118570" cy="3118570"/>
          </a:xfrm>
          <a:prstGeom prst="blockArc">
            <a:avLst>
              <a:gd name="adj1" fmla="val 13503487"/>
              <a:gd name="adj2" fmla="val 18973384"/>
              <a:gd name="adj3" fmla="val 28524"/>
            </a:avLst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92" name="空心弧 191">
            <a:extLst>
              <a:ext uri="{FF2B5EF4-FFF2-40B4-BE49-F238E27FC236}">
                <a16:creationId xmlns:a16="http://schemas.microsoft.com/office/drawing/2014/main" id="{0147931E-08A1-459B-B539-95F8C9AB3A45}"/>
              </a:ext>
            </a:extLst>
          </p:cNvPr>
          <p:cNvSpPr/>
          <p:nvPr/>
        </p:nvSpPr>
        <p:spPr>
          <a:xfrm rot="16200000">
            <a:off x="592951" y="3196981"/>
            <a:ext cx="3118570" cy="3118570"/>
          </a:xfrm>
          <a:prstGeom prst="blockArc">
            <a:avLst>
              <a:gd name="adj1" fmla="val 13602852"/>
              <a:gd name="adj2" fmla="val 18973384"/>
              <a:gd name="adj3" fmla="val 28524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93" name="空心弧 192">
            <a:extLst>
              <a:ext uri="{FF2B5EF4-FFF2-40B4-BE49-F238E27FC236}">
                <a16:creationId xmlns:a16="http://schemas.microsoft.com/office/drawing/2014/main" id="{84B8BBB4-A32D-4611-BF25-F95E45AE8CBE}"/>
              </a:ext>
            </a:extLst>
          </p:cNvPr>
          <p:cNvSpPr/>
          <p:nvPr/>
        </p:nvSpPr>
        <p:spPr>
          <a:xfrm rot="5400000">
            <a:off x="727200" y="3214257"/>
            <a:ext cx="3118570" cy="3118570"/>
          </a:xfrm>
          <a:prstGeom prst="blockArc">
            <a:avLst>
              <a:gd name="adj1" fmla="val 13536510"/>
              <a:gd name="adj2" fmla="val 18973384"/>
              <a:gd name="adj3" fmla="val 28524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94" name="空心弧 193">
            <a:extLst>
              <a:ext uri="{FF2B5EF4-FFF2-40B4-BE49-F238E27FC236}">
                <a16:creationId xmlns:a16="http://schemas.microsoft.com/office/drawing/2014/main" id="{76C73517-098D-4F97-A0D9-FBB03D178E3E}"/>
              </a:ext>
            </a:extLst>
          </p:cNvPr>
          <p:cNvSpPr/>
          <p:nvPr/>
        </p:nvSpPr>
        <p:spPr>
          <a:xfrm rot="10800000">
            <a:off x="667547" y="3255778"/>
            <a:ext cx="3118570" cy="3118570"/>
          </a:xfrm>
          <a:prstGeom prst="blockArc">
            <a:avLst>
              <a:gd name="adj1" fmla="val 13595976"/>
              <a:gd name="adj2" fmla="val 19007210"/>
              <a:gd name="adj3" fmla="val 2755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200"/>
          </a:p>
        </p:txBody>
      </p:sp>
      <p:sp>
        <p:nvSpPr>
          <p:cNvPr id="195" name="椭圆 194">
            <a:extLst>
              <a:ext uri="{FF2B5EF4-FFF2-40B4-BE49-F238E27FC236}">
                <a16:creationId xmlns:a16="http://schemas.microsoft.com/office/drawing/2014/main" id="{6C156366-71AC-4B51-BFFA-8FD44F91428C}"/>
              </a:ext>
            </a:extLst>
          </p:cNvPr>
          <p:cNvSpPr/>
          <p:nvPr/>
        </p:nvSpPr>
        <p:spPr>
          <a:xfrm>
            <a:off x="1663629" y="4218826"/>
            <a:ext cx="1114903" cy="111490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200"/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21D83AAC-9EFD-4FBE-B97D-1A2F59D5A69D}"/>
              </a:ext>
            </a:extLst>
          </p:cNvPr>
          <p:cNvSpPr txBox="1"/>
          <p:nvPr/>
        </p:nvSpPr>
        <p:spPr>
          <a:xfrm>
            <a:off x="1521567" y="3247011"/>
            <a:ext cx="1382364" cy="691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  <a:endParaRPr lang="en-US" altLang="zh-CN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老化状态监测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E1739660-29A7-4D64-A079-BB69E2FF510C}"/>
              </a:ext>
            </a:extLst>
          </p:cNvPr>
          <p:cNvSpPr txBox="1"/>
          <p:nvPr/>
        </p:nvSpPr>
        <p:spPr>
          <a:xfrm>
            <a:off x="330165" y="4310167"/>
            <a:ext cx="1382364" cy="88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诊断</a:t>
            </a:r>
            <a:endParaRPr lang="en-US" altLang="zh-CN" sz="1800" b="1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缺陷及故障 </a:t>
            </a:r>
            <a:endParaRPr lang="en-US" altLang="zh-CN" sz="105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en-US" altLang="zh-CN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B21D7043-6FB8-42C2-A97D-5CEF151A39A9}"/>
              </a:ext>
            </a:extLst>
          </p:cNvPr>
          <p:cNvSpPr txBox="1"/>
          <p:nvPr/>
        </p:nvSpPr>
        <p:spPr>
          <a:xfrm>
            <a:off x="2710783" y="4310167"/>
            <a:ext cx="1382364" cy="88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预测</a:t>
            </a:r>
            <a:endParaRPr lang="en-US" altLang="zh-CN" sz="1800" b="1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寿命预测</a:t>
            </a:r>
            <a:endParaRPr lang="en-US" altLang="zh-CN" sz="105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失效预警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92230E61-75A5-442B-B0C2-8506FDA21745}"/>
              </a:ext>
            </a:extLst>
          </p:cNvPr>
          <p:cNvSpPr txBox="1"/>
          <p:nvPr/>
        </p:nvSpPr>
        <p:spPr>
          <a:xfrm>
            <a:off x="1521567" y="5586832"/>
            <a:ext cx="1382364" cy="691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健康管理</a:t>
            </a:r>
            <a:endParaRPr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运维决策制定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5F8D3CC5-00C0-474C-A9BD-838C098FBC1A}"/>
              </a:ext>
            </a:extLst>
          </p:cNvPr>
          <p:cNvSpPr txBox="1"/>
          <p:nvPr/>
        </p:nvSpPr>
        <p:spPr>
          <a:xfrm>
            <a:off x="1529899" y="4436229"/>
            <a:ext cx="138236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rognostics </a:t>
            </a:r>
          </a:p>
          <a:p>
            <a:pPr algn="ctr"/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en-US" altLang="zh-CN" sz="1100" b="1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ealth </a:t>
            </a:r>
            <a:r>
              <a:rPr lang="en-US" altLang="zh-CN" sz="1100" b="1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anagement</a:t>
            </a:r>
            <a:endParaRPr lang="zh-CN" altLang="en-US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62CB9532-6538-4332-97C7-3B492E672E3D}"/>
              </a:ext>
            </a:extLst>
          </p:cNvPr>
          <p:cNvSpPr txBox="1"/>
          <p:nvPr/>
        </p:nvSpPr>
        <p:spPr>
          <a:xfrm rot="441295">
            <a:off x="593179" y="1557076"/>
            <a:ext cx="123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908ACF89-A00D-45F8-813D-934E523E4FCB}"/>
              </a:ext>
            </a:extLst>
          </p:cNvPr>
          <p:cNvSpPr txBox="1"/>
          <p:nvPr/>
        </p:nvSpPr>
        <p:spPr>
          <a:xfrm rot="1638106">
            <a:off x="3175414" y="2328633"/>
            <a:ext cx="123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生产</a:t>
            </a:r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B87EAC08-A7A4-4911-84F7-8085748D3565}"/>
              </a:ext>
            </a:extLst>
          </p:cNvPr>
          <p:cNvSpPr txBox="1"/>
          <p:nvPr/>
        </p:nvSpPr>
        <p:spPr>
          <a:xfrm rot="2461601">
            <a:off x="5388992" y="3902571"/>
            <a:ext cx="141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96A03AC3-4CC9-48B8-BCB2-916B0026767A}"/>
              </a:ext>
            </a:extLst>
          </p:cNvPr>
          <p:cNvSpPr txBox="1"/>
          <p:nvPr/>
        </p:nvSpPr>
        <p:spPr>
          <a:xfrm rot="1274575">
            <a:off x="8206910" y="5834717"/>
            <a:ext cx="1447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维修</a:t>
            </a: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B49AE3E6-EE59-4481-949B-8CA3CBEAAD56}"/>
              </a:ext>
            </a:extLst>
          </p:cNvPr>
          <p:cNvSpPr/>
          <p:nvPr/>
        </p:nvSpPr>
        <p:spPr>
          <a:xfrm>
            <a:off x="4483316" y="4679362"/>
            <a:ext cx="3648399" cy="1824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en-US" altLang="zh-CN" sz="1200" b="1" kern="0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PHM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 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预测与健康管理</a:t>
            </a:r>
            <a:endParaRPr lang="en-US" altLang="zh-CN" sz="1200" kern="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是一项</a:t>
            </a:r>
            <a:endParaRPr lang="en-US" altLang="zh-CN" sz="1200" kern="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以信号处理、软件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/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算法为载体，</a:t>
            </a:r>
            <a:endParaRPr lang="en-US" altLang="zh-CN" sz="1200" kern="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以诊断、评估、</a:t>
            </a:r>
            <a:r>
              <a:rPr lang="zh-CN" altLang="en-US" sz="12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预测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为目标导向，</a:t>
            </a:r>
            <a:endParaRPr lang="en-US" altLang="zh-CN" sz="1200" kern="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旨在监控设备全生命周期健康状态，</a:t>
            </a:r>
            <a:endParaRPr lang="en-US" altLang="zh-CN" sz="1200" kern="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以实现降低运维成本，提升产品质量的工程技术。</a:t>
            </a:r>
            <a:endParaRPr lang="zh-CN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AD3A7D47-9764-40AA-A03E-FD06EDDFF723}"/>
              </a:ext>
            </a:extLst>
          </p:cNvPr>
          <p:cNvSpPr/>
          <p:nvPr/>
        </p:nvSpPr>
        <p:spPr>
          <a:xfrm>
            <a:off x="211569" y="1898366"/>
            <a:ext cx="10561320" cy="4871064"/>
          </a:xfrm>
          <a:custGeom>
            <a:avLst/>
            <a:gdLst>
              <a:gd name="connsiteX0" fmla="*/ 0 w 11445240"/>
              <a:gd name="connsiteY0" fmla="*/ 0 h 5158740"/>
              <a:gd name="connsiteX1" fmla="*/ 3901440 w 11445240"/>
              <a:gd name="connsiteY1" fmla="*/ 891540 h 5158740"/>
              <a:gd name="connsiteX2" fmla="*/ 6537960 w 11445240"/>
              <a:gd name="connsiteY2" fmla="*/ 3147060 h 5158740"/>
              <a:gd name="connsiteX3" fmla="*/ 9852660 w 11445240"/>
              <a:gd name="connsiteY3" fmla="*/ 4716780 h 5158740"/>
              <a:gd name="connsiteX4" fmla="*/ 11445240 w 11445240"/>
              <a:gd name="connsiteY4" fmla="*/ 5158740 h 5158740"/>
              <a:gd name="connsiteX0" fmla="*/ 0 w 11445240"/>
              <a:gd name="connsiteY0" fmla="*/ 0 h 5158740"/>
              <a:gd name="connsiteX1" fmla="*/ 3901440 w 11445240"/>
              <a:gd name="connsiteY1" fmla="*/ 891540 h 5158740"/>
              <a:gd name="connsiteX2" fmla="*/ 7167608 w 11445240"/>
              <a:gd name="connsiteY2" fmla="*/ 3524342 h 5158740"/>
              <a:gd name="connsiteX3" fmla="*/ 9852660 w 11445240"/>
              <a:gd name="connsiteY3" fmla="*/ 4716780 h 5158740"/>
              <a:gd name="connsiteX4" fmla="*/ 11445240 w 11445240"/>
              <a:gd name="connsiteY4" fmla="*/ 5158740 h 5158740"/>
              <a:gd name="connsiteX0" fmla="*/ 0 w 11445240"/>
              <a:gd name="connsiteY0" fmla="*/ 0 h 5158740"/>
              <a:gd name="connsiteX1" fmla="*/ 3901440 w 11445240"/>
              <a:gd name="connsiteY1" fmla="*/ 891540 h 5158740"/>
              <a:gd name="connsiteX2" fmla="*/ 7111816 w 11445240"/>
              <a:gd name="connsiteY2" fmla="*/ 3501243 h 5158740"/>
              <a:gd name="connsiteX3" fmla="*/ 9852660 w 11445240"/>
              <a:gd name="connsiteY3" fmla="*/ 4716780 h 5158740"/>
              <a:gd name="connsiteX4" fmla="*/ 11445240 w 11445240"/>
              <a:gd name="connsiteY4" fmla="*/ 5158740 h 5158740"/>
              <a:gd name="connsiteX0" fmla="*/ 0 w 11445240"/>
              <a:gd name="connsiteY0" fmla="*/ 0 h 5158740"/>
              <a:gd name="connsiteX1" fmla="*/ 3901440 w 11445240"/>
              <a:gd name="connsiteY1" fmla="*/ 891540 h 5158740"/>
              <a:gd name="connsiteX2" fmla="*/ 7111816 w 11445240"/>
              <a:gd name="connsiteY2" fmla="*/ 3501243 h 5158740"/>
              <a:gd name="connsiteX3" fmla="*/ 9852660 w 11445240"/>
              <a:gd name="connsiteY3" fmla="*/ 4716780 h 5158740"/>
              <a:gd name="connsiteX4" fmla="*/ 11445240 w 11445240"/>
              <a:gd name="connsiteY4" fmla="*/ 5158740 h 5158740"/>
              <a:gd name="connsiteX0" fmla="*/ 0 w 11445240"/>
              <a:gd name="connsiteY0" fmla="*/ 0 h 5158740"/>
              <a:gd name="connsiteX1" fmla="*/ 3773916 w 11445240"/>
              <a:gd name="connsiteY1" fmla="*/ 914639 h 5158740"/>
              <a:gd name="connsiteX2" fmla="*/ 7111816 w 11445240"/>
              <a:gd name="connsiteY2" fmla="*/ 3501243 h 5158740"/>
              <a:gd name="connsiteX3" fmla="*/ 9852660 w 11445240"/>
              <a:gd name="connsiteY3" fmla="*/ 4716780 h 5158740"/>
              <a:gd name="connsiteX4" fmla="*/ 11445240 w 11445240"/>
              <a:gd name="connsiteY4" fmla="*/ 5158740 h 5158740"/>
              <a:gd name="connsiteX0" fmla="*/ 0 w 11445240"/>
              <a:gd name="connsiteY0" fmla="*/ 0 h 5158740"/>
              <a:gd name="connsiteX1" fmla="*/ 3773916 w 11445240"/>
              <a:gd name="connsiteY1" fmla="*/ 914639 h 5158740"/>
              <a:gd name="connsiteX2" fmla="*/ 7111816 w 11445240"/>
              <a:gd name="connsiteY2" fmla="*/ 3501243 h 5158740"/>
              <a:gd name="connsiteX3" fmla="*/ 9294744 w 11445240"/>
              <a:gd name="connsiteY3" fmla="*/ 4624384 h 5158740"/>
              <a:gd name="connsiteX4" fmla="*/ 11445240 w 11445240"/>
              <a:gd name="connsiteY4" fmla="*/ 5158740 h 5158740"/>
              <a:gd name="connsiteX0" fmla="*/ 0 w 11445240"/>
              <a:gd name="connsiteY0" fmla="*/ 0 h 5158740"/>
              <a:gd name="connsiteX1" fmla="*/ 3773916 w 11445240"/>
              <a:gd name="connsiteY1" fmla="*/ 914639 h 5158740"/>
              <a:gd name="connsiteX2" fmla="*/ 7111816 w 11445240"/>
              <a:gd name="connsiteY2" fmla="*/ 3501243 h 5158740"/>
              <a:gd name="connsiteX3" fmla="*/ 9294744 w 11445240"/>
              <a:gd name="connsiteY3" fmla="*/ 4624384 h 5158740"/>
              <a:gd name="connsiteX4" fmla="*/ 11445240 w 11445240"/>
              <a:gd name="connsiteY4" fmla="*/ 5158740 h 5158740"/>
              <a:gd name="connsiteX0" fmla="*/ 0 w 11365538"/>
              <a:gd name="connsiteY0" fmla="*/ 0 h 5281934"/>
              <a:gd name="connsiteX1" fmla="*/ 3694214 w 11365538"/>
              <a:gd name="connsiteY1" fmla="*/ 1037833 h 5281934"/>
              <a:gd name="connsiteX2" fmla="*/ 7032114 w 11365538"/>
              <a:gd name="connsiteY2" fmla="*/ 3624437 h 5281934"/>
              <a:gd name="connsiteX3" fmla="*/ 9215042 w 11365538"/>
              <a:gd name="connsiteY3" fmla="*/ 4747578 h 5281934"/>
              <a:gd name="connsiteX4" fmla="*/ 11365538 w 11365538"/>
              <a:gd name="connsiteY4" fmla="*/ 5281934 h 5281934"/>
              <a:gd name="connsiteX0" fmla="*/ 0 w 11365538"/>
              <a:gd name="connsiteY0" fmla="*/ 0 h 5281934"/>
              <a:gd name="connsiteX1" fmla="*/ 3765946 w 11365538"/>
              <a:gd name="connsiteY1" fmla="*/ 1007034 h 5281934"/>
              <a:gd name="connsiteX2" fmla="*/ 7032114 w 11365538"/>
              <a:gd name="connsiteY2" fmla="*/ 3624437 h 5281934"/>
              <a:gd name="connsiteX3" fmla="*/ 9215042 w 11365538"/>
              <a:gd name="connsiteY3" fmla="*/ 4747578 h 5281934"/>
              <a:gd name="connsiteX4" fmla="*/ 11365538 w 11365538"/>
              <a:gd name="connsiteY4" fmla="*/ 5281934 h 5281934"/>
              <a:gd name="connsiteX0" fmla="*/ 0 w 11365538"/>
              <a:gd name="connsiteY0" fmla="*/ 0 h 5281934"/>
              <a:gd name="connsiteX1" fmla="*/ 3765946 w 11365538"/>
              <a:gd name="connsiteY1" fmla="*/ 1007034 h 5281934"/>
              <a:gd name="connsiteX2" fmla="*/ 7119787 w 11365538"/>
              <a:gd name="connsiteY2" fmla="*/ 3585939 h 5281934"/>
              <a:gd name="connsiteX3" fmla="*/ 9215042 w 11365538"/>
              <a:gd name="connsiteY3" fmla="*/ 4747578 h 5281934"/>
              <a:gd name="connsiteX4" fmla="*/ 11365538 w 11365538"/>
              <a:gd name="connsiteY4" fmla="*/ 5281934 h 5281934"/>
              <a:gd name="connsiteX0" fmla="*/ 0 w 11365538"/>
              <a:gd name="connsiteY0" fmla="*/ 0 h 5281934"/>
              <a:gd name="connsiteX1" fmla="*/ 3765946 w 11365538"/>
              <a:gd name="connsiteY1" fmla="*/ 1007034 h 5281934"/>
              <a:gd name="connsiteX2" fmla="*/ 7119787 w 11365538"/>
              <a:gd name="connsiteY2" fmla="*/ 3585939 h 5281934"/>
              <a:gd name="connsiteX3" fmla="*/ 9254893 w 11365538"/>
              <a:gd name="connsiteY3" fmla="*/ 4693681 h 5281934"/>
              <a:gd name="connsiteX4" fmla="*/ 11365538 w 11365538"/>
              <a:gd name="connsiteY4" fmla="*/ 5281934 h 5281934"/>
              <a:gd name="connsiteX0" fmla="*/ 0 w 11469151"/>
              <a:gd name="connsiteY0" fmla="*/ 0 h 5243436"/>
              <a:gd name="connsiteX1" fmla="*/ 3765946 w 11469151"/>
              <a:gd name="connsiteY1" fmla="*/ 1007034 h 5243436"/>
              <a:gd name="connsiteX2" fmla="*/ 7119787 w 11469151"/>
              <a:gd name="connsiteY2" fmla="*/ 3585939 h 5243436"/>
              <a:gd name="connsiteX3" fmla="*/ 9254893 w 11469151"/>
              <a:gd name="connsiteY3" fmla="*/ 4693681 h 5243436"/>
              <a:gd name="connsiteX4" fmla="*/ 11469151 w 11469151"/>
              <a:gd name="connsiteY4" fmla="*/ 5243436 h 5243436"/>
              <a:gd name="connsiteX0" fmla="*/ 0 w 11469151"/>
              <a:gd name="connsiteY0" fmla="*/ 0 h 5250210"/>
              <a:gd name="connsiteX1" fmla="*/ 3765946 w 11469151"/>
              <a:gd name="connsiteY1" fmla="*/ 1007034 h 5250210"/>
              <a:gd name="connsiteX2" fmla="*/ 7119787 w 11469151"/>
              <a:gd name="connsiteY2" fmla="*/ 3585939 h 5250210"/>
              <a:gd name="connsiteX3" fmla="*/ 9254893 w 11469151"/>
              <a:gd name="connsiteY3" fmla="*/ 4693681 h 5250210"/>
              <a:gd name="connsiteX4" fmla="*/ 11469151 w 11469151"/>
              <a:gd name="connsiteY4" fmla="*/ 5243436 h 5250210"/>
              <a:gd name="connsiteX0" fmla="*/ 0 w 12003156"/>
              <a:gd name="connsiteY0" fmla="*/ 0 h 5219894"/>
              <a:gd name="connsiteX1" fmla="*/ 3765946 w 12003156"/>
              <a:gd name="connsiteY1" fmla="*/ 1007034 h 5219894"/>
              <a:gd name="connsiteX2" fmla="*/ 7119787 w 12003156"/>
              <a:gd name="connsiteY2" fmla="*/ 3585939 h 5219894"/>
              <a:gd name="connsiteX3" fmla="*/ 9254893 w 12003156"/>
              <a:gd name="connsiteY3" fmla="*/ 4693681 h 5219894"/>
              <a:gd name="connsiteX4" fmla="*/ 12003156 w 12003156"/>
              <a:gd name="connsiteY4" fmla="*/ 5212637 h 5219894"/>
              <a:gd name="connsiteX0" fmla="*/ 0 w 12003156"/>
              <a:gd name="connsiteY0" fmla="*/ 0 h 5213692"/>
              <a:gd name="connsiteX1" fmla="*/ 3765946 w 12003156"/>
              <a:gd name="connsiteY1" fmla="*/ 1007034 h 5213692"/>
              <a:gd name="connsiteX2" fmla="*/ 7119787 w 12003156"/>
              <a:gd name="connsiteY2" fmla="*/ 3585939 h 5213692"/>
              <a:gd name="connsiteX3" fmla="*/ 9254893 w 12003156"/>
              <a:gd name="connsiteY3" fmla="*/ 4693681 h 5213692"/>
              <a:gd name="connsiteX4" fmla="*/ 12003156 w 12003156"/>
              <a:gd name="connsiteY4" fmla="*/ 5212637 h 5213692"/>
              <a:gd name="connsiteX0" fmla="*/ 0 w 12074888"/>
              <a:gd name="connsiteY0" fmla="*/ 0 h 5198293"/>
              <a:gd name="connsiteX1" fmla="*/ 3837678 w 12074888"/>
              <a:gd name="connsiteY1" fmla="*/ 991635 h 5198293"/>
              <a:gd name="connsiteX2" fmla="*/ 7191519 w 12074888"/>
              <a:gd name="connsiteY2" fmla="*/ 3570540 h 5198293"/>
              <a:gd name="connsiteX3" fmla="*/ 9326625 w 12074888"/>
              <a:gd name="connsiteY3" fmla="*/ 4678282 h 5198293"/>
              <a:gd name="connsiteX4" fmla="*/ 12074888 w 12074888"/>
              <a:gd name="connsiteY4" fmla="*/ 5197238 h 5198293"/>
              <a:gd name="connsiteX0" fmla="*/ 0 w 12074888"/>
              <a:gd name="connsiteY0" fmla="*/ 0 h 5198293"/>
              <a:gd name="connsiteX1" fmla="*/ 3837678 w 12074888"/>
              <a:gd name="connsiteY1" fmla="*/ 991635 h 5198293"/>
              <a:gd name="connsiteX2" fmla="*/ 7191519 w 12074888"/>
              <a:gd name="connsiteY2" fmla="*/ 3570540 h 5198293"/>
              <a:gd name="connsiteX3" fmla="*/ 9326625 w 12074888"/>
              <a:gd name="connsiteY3" fmla="*/ 4678282 h 5198293"/>
              <a:gd name="connsiteX4" fmla="*/ 12074888 w 12074888"/>
              <a:gd name="connsiteY4" fmla="*/ 5197238 h 5198293"/>
              <a:gd name="connsiteX0" fmla="*/ 0 w 12074888"/>
              <a:gd name="connsiteY0" fmla="*/ 0 h 5198293"/>
              <a:gd name="connsiteX1" fmla="*/ 3837678 w 12074888"/>
              <a:gd name="connsiteY1" fmla="*/ 991635 h 5198293"/>
              <a:gd name="connsiteX2" fmla="*/ 7191519 w 12074888"/>
              <a:gd name="connsiteY2" fmla="*/ 3570540 h 5198293"/>
              <a:gd name="connsiteX3" fmla="*/ 9326625 w 12074888"/>
              <a:gd name="connsiteY3" fmla="*/ 4678282 h 5198293"/>
              <a:gd name="connsiteX4" fmla="*/ 12074888 w 12074888"/>
              <a:gd name="connsiteY4" fmla="*/ 5197238 h 5198293"/>
              <a:gd name="connsiteX0" fmla="*/ 0 w 12226322"/>
              <a:gd name="connsiteY0" fmla="*/ 0 h 5175194"/>
              <a:gd name="connsiteX1" fmla="*/ 3989112 w 12226322"/>
              <a:gd name="connsiteY1" fmla="*/ 968536 h 5175194"/>
              <a:gd name="connsiteX2" fmla="*/ 7342953 w 12226322"/>
              <a:gd name="connsiteY2" fmla="*/ 3547441 h 5175194"/>
              <a:gd name="connsiteX3" fmla="*/ 9478059 w 12226322"/>
              <a:gd name="connsiteY3" fmla="*/ 4655183 h 5175194"/>
              <a:gd name="connsiteX4" fmla="*/ 12226322 w 12226322"/>
              <a:gd name="connsiteY4" fmla="*/ 5174139 h 5175194"/>
              <a:gd name="connsiteX0" fmla="*/ 0 w 12226322"/>
              <a:gd name="connsiteY0" fmla="*/ 0 h 5175194"/>
              <a:gd name="connsiteX1" fmla="*/ 3989112 w 12226322"/>
              <a:gd name="connsiteY1" fmla="*/ 968536 h 5175194"/>
              <a:gd name="connsiteX2" fmla="*/ 7342953 w 12226322"/>
              <a:gd name="connsiteY2" fmla="*/ 3547441 h 5175194"/>
              <a:gd name="connsiteX3" fmla="*/ 9478059 w 12226322"/>
              <a:gd name="connsiteY3" fmla="*/ 4655183 h 5175194"/>
              <a:gd name="connsiteX4" fmla="*/ 12226322 w 12226322"/>
              <a:gd name="connsiteY4" fmla="*/ 5174139 h 5175194"/>
              <a:gd name="connsiteX0" fmla="*/ 0 w 11030789"/>
              <a:gd name="connsiteY0" fmla="*/ 0 h 5052582"/>
              <a:gd name="connsiteX1" fmla="*/ 3989112 w 11030789"/>
              <a:gd name="connsiteY1" fmla="*/ 968536 h 5052582"/>
              <a:gd name="connsiteX2" fmla="*/ 7342953 w 11030789"/>
              <a:gd name="connsiteY2" fmla="*/ 3547441 h 5052582"/>
              <a:gd name="connsiteX3" fmla="*/ 9478059 w 11030789"/>
              <a:gd name="connsiteY3" fmla="*/ 4655183 h 5052582"/>
              <a:gd name="connsiteX4" fmla="*/ 11030789 w 11030789"/>
              <a:gd name="connsiteY4" fmla="*/ 5050945 h 5052582"/>
              <a:gd name="connsiteX0" fmla="*/ 0 w 11030789"/>
              <a:gd name="connsiteY0" fmla="*/ 0 h 5050945"/>
              <a:gd name="connsiteX1" fmla="*/ 3989112 w 11030789"/>
              <a:gd name="connsiteY1" fmla="*/ 968536 h 5050945"/>
              <a:gd name="connsiteX2" fmla="*/ 7342953 w 11030789"/>
              <a:gd name="connsiteY2" fmla="*/ 3547441 h 5050945"/>
              <a:gd name="connsiteX3" fmla="*/ 9478059 w 11030789"/>
              <a:gd name="connsiteY3" fmla="*/ 4655183 h 5050945"/>
              <a:gd name="connsiteX4" fmla="*/ 11030789 w 11030789"/>
              <a:gd name="connsiteY4" fmla="*/ 5050945 h 5050945"/>
              <a:gd name="connsiteX0" fmla="*/ 0 w 11030789"/>
              <a:gd name="connsiteY0" fmla="*/ 0 h 5050945"/>
              <a:gd name="connsiteX1" fmla="*/ 3989112 w 11030789"/>
              <a:gd name="connsiteY1" fmla="*/ 968536 h 5050945"/>
              <a:gd name="connsiteX2" fmla="*/ 7342953 w 11030789"/>
              <a:gd name="connsiteY2" fmla="*/ 3547441 h 5050945"/>
              <a:gd name="connsiteX3" fmla="*/ 9478059 w 11030789"/>
              <a:gd name="connsiteY3" fmla="*/ 4655183 h 5050945"/>
              <a:gd name="connsiteX4" fmla="*/ 11030789 w 11030789"/>
              <a:gd name="connsiteY4" fmla="*/ 5050945 h 5050945"/>
              <a:gd name="connsiteX0" fmla="*/ 0 w 11030789"/>
              <a:gd name="connsiteY0" fmla="*/ 0 h 5050945"/>
              <a:gd name="connsiteX1" fmla="*/ 3989112 w 11030789"/>
              <a:gd name="connsiteY1" fmla="*/ 968536 h 5050945"/>
              <a:gd name="connsiteX2" fmla="*/ 7342953 w 11030789"/>
              <a:gd name="connsiteY2" fmla="*/ 3547441 h 5050945"/>
              <a:gd name="connsiteX3" fmla="*/ 9286773 w 11030789"/>
              <a:gd name="connsiteY3" fmla="*/ 4593586 h 5050945"/>
              <a:gd name="connsiteX4" fmla="*/ 11030789 w 11030789"/>
              <a:gd name="connsiteY4" fmla="*/ 5050945 h 5050945"/>
              <a:gd name="connsiteX0" fmla="*/ 0 w 11078610"/>
              <a:gd name="connsiteY0" fmla="*/ 0 h 5066344"/>
              <a:gd name="connsiteX1" fmla="*/ 3989112 w 11078610"/>
              <a:gd name="connsiteY1" fmla="*/ 968536 h 5066344"/>
              <a:gd name="connsiteX2" fmla="*/ 7342953 w 11078610"/>
              <a:gd name="connsiteY2" fmla="*/ 3547441 h 5066344"/>
              <a:gd name="connsiteX3" fmla="*/ 9286773 w 11078610"/>
              <a:gd name="connsiteY3" fmla="*/ 4593586 h 5066344"/>
              <a:gd name="connsiteX4" fmla="*/ 11078610 w 11078610"/>
              <a:gd name="connsiteY4" fmla="*/ 5066344 h 5066344"/>
              <a:gd name="connsiteX0" fmla="*/ 0 w 11078610"/>
              <a:gd name="connsiteY0" fmla="*/ 0 h 5066344"/>
              <a:gd name="connsiteX1" fmla="*/ 3989112 w 11078610"/>
              <a:gd name="connsiteY1" fmla="*/ 968536 h 5066344"/>
              <a:gd name="connsiteX2" fmla="*/ 7342953 w 11078610"/>
              <a:gd name="connsiteY2" fmla="*/ 3547441 h 5066344"/>
              <a:gd name="connsiteX3" fmla="*/ 9286773 w 11078610"/>
              <a:gd name="connsiteY3" fmla="*/ 4593586 h 5066344"/>
              <a:gd name="connsiteX4" fmla="*/ 11078610 w 11078610"/>
              <a:gd name="connsiteY4" fmla="*/ 5066344 h 5066344"/>
              <a:gd name="connsiteX0" fmla="*/ 0 w 11046729"/>
              <a:gd name="connsiteY0" fmla="*/ 0 h 4987673"/>
              <a:gd name="connsiteX1" fmla="*/ 3957231 w 11046729"/>
              <a:gd name="connsiteY1" fmla="*/ 889865 h 4987673"/>
              <a:gd name="connsiteX2" fmla="*/ 7311072 w 11046729"/>
              <a:gd name="connsiteY2" fmla="*/ 3468770 h 4987673"/>
              <a:gd name="connsiteX3" fmla="*/ 9254892 w 11046729"/>
              <a:gd name="connsiteY3" fmla="*/ 4514915 h 4987673"/>
              <a:gd name="connsiteX4" fmla="*/ 11046729 w 11046729"/>
              <a:gd name="connsiteY4" fmla="*/ 4987673 h 4987673"/>
              <a:gd name="connsiteX0" fmla="*/ 0 w 11046729"/>
              <a:gd name="connsiteY0" fmla="*/ 41359 h 5029032"/>
              <a:gd name="connsiteX1" fmla="*/ 3957231 w 11046729"/>
              <a:gd name="connsiteY1" fmla="*/ 931224 h 5029032"/>
              <a:gd name="connsiteX2" fmla="*/ 7311072 w 11046729"/>
              <a:gd name="connsiteY2" fmla="*/ 3510129 h 5029032"/>
              <a:gd name="connsiteX3" fmla="*/ 9254892 w 11046729"/>
              <a:gd name="connsiteY3" fmla="*/ 4556274 h 5029032"/>
              <a:gd name="connsiteX4" fmla="*/ 11046729 w 11046729"/>
              <a:gd name="connsiteY4" fmla="*/ 5029032 h 502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6729" h="5029032">
                <a:moveTo>
                  <a:pt x="0" y="41359"/>
                </a:moveTo>
                <a:cubicBezTo>
                  <a:pt x="847974" y="-150068"/>
                  <a:pt x="2738719" y="353096"/>
                  <a:pt x="3957231" y="931224"/>
                </a:cubicBezTo>
                <a:cubicBezTo>
                  <a:pt x="5175743" y="1509352"/>
                  <a:pt x="6428129" y="2905954"/>
                  <a:pt x="7311072" y="3510129"/>
                </a:cubicBezTo>
                <a:cubicBezTo>
                  <a:pt x="8194016" y="4114304"/>
                  <a:pt x="8632283" y="4303124"/>
                  <a:pt x="9254892" y="4556274"/>
                </a:cubicBezTo>
                <a:cubicBezTo>
                  <a:pt x="9877502" y="4809425"/>
                  <a:pt x="10058199" y="4833448"/>
                  <a:pt x="11046729" y="5029032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 9">
            <a:extLst>
              <a:ext uri="{FF2B5EF4-FFF2-40B4-BE49-F238E27FC236}">
                <a16:creationId xmlns:a16="http://schemas.microsoft.com/office/drawing/2014/main" id="{9FDD2DEB-F59B-4D25-A1A5-0E4E72BE5B30}"/>
              </a:ext>
            </a:extLst>
          </p:cNvPr>
          <p:cNvSpPr/>
          <p:nvPr/>
        </p:nvSpPr>
        <p:spPr>
          <a:xfrm>
            <a:off x="195340" y="994594"/>
            <a:ext cx="10567238" cy="5299268"/>
          </a:xfrm>
          <a:custGeom>
            <a:avLst/>
            <a:gdLst>
              <a:gd name="connsiteX0" fmla="*/ 0 w 10761225"/>
              <a:gd name="connsiteY0" fmla="*/ 0 h 1483360"/>
              <a:gd name="connsiteX1" fmla="*/ 10761225 w 10761225"/>
              <a:gd name="connsiteY1" fmla="*/ 0 h 1483360"/>
              <a:gd name="connsiteX2" fmla="*/ 10761225 w 10761225"/>
              <a:gd name="connsiteY2" fmla="*/ 1483360 h 1483360"/>
              <a:gd name="connsiteX3" fmla="*/ 0 w 10761225"/>
              <a:gd name="connsiteY3" fmla="*/ 1483360 h 1483360"/>
              <a:gd name="connsiteX4" fmla="*/ 0 w 10761225"/>
              <a:gd name="connsiteY4" fmla="*/ 0 h 1483360"/>
              <a:gd name="connsiteX0" fmla="*/ 0 w 10761225"/>
              <a:gd name="connsiteY0" fmla="*/ 20320 h 1503680"/>
              <a:gd name="connsiteX1" fmla="*/ 3537471 w 10761225"/>
              <a:gd name="connsiteY1" fmla="*/ 0 h 1503680"/>
              <a:gd name="connsiteX2" fmla="*/ 10761225 w 10761225"/>
              <a:gd name="connsiteY2" fmla="*/ 20320 h 1503680"/>
              <a:gd name="connsiteX3" fmla="*/ 10761225 w 10761225"/>
              <a:gd name="connsiteY3" fmla="*/ 1503680 h 1503680"/>
              <a:gd name="connsiteX4" fmla="*/ 0 w 10761225"/>
              <a:gd name="connsiteY4" fmla="*/ 1503680 h 1503680"/>
              <a:gd name="connsiteX5" fmla="*/ 0 w 10761225"/>
              <a:gd name="connsiteY5" fmla="*/ 20320 h 1503680"/>
              <a:gd name="connsiteX0" fmla="*/ 0 w 10761225"/>
              <a:gd name="connsiteY0" fmla="*/ 20320 h 1503680"/>
              <a:gd name="connsiteX1" fmla="*/ 3537471 w 10761225"/>
              <a:gd name="connsiteY1" fmla="*/ 0 h 1503680"/>
              <a:gd name="connsiteX2" fmla="*/ 8515871 w 10761225"/>
              <a:gd name="connsiteY2" fmla="*/ 0 h 1503680"/>
              <a:gd name="connsiteX3" fmla="*/ 10761225 w 10761225"/>
              <a:gd name="connsiteY3" fmla="*/ 20320 h 1503680"/>
              <a:gd name="connsiteX4" fmla="*/ 10761225 w 10761225"/>
              <a:gd name="connsiteY4" fmla="*/ 1503680 h 1503680"/>
              <a:gd name="connsiteX5" fmla="*/ 0 w 10761225"/>
              <a:gd name="connsiteY5" fmla="*/ 1503680 h 1503680"/>
              <a:gd name="connsiteX6" fmla="*/ 0 w 10761225"/>
              <a:gd name="connsiteY6" fmla="*/ 20320 h 1503680"/>
              <a:gd name="connsiteX0" fmla="*/ 0 w 10761225"/>
              <a:gd name="connsiteY0" fmla="*/ 20320 h 1503680"/>
              <a:gd name="connsiteX1" fmla="*/ 3537471 w 10761225"/>
              <a:gd name="connsiteY1" fmla="*/ 0 h 1503680"/>
              <a:gd name="connsiteX2" fmla="*/ 8515871 w 10761225"/>
              <a:gd name="connsiteY2" fmla="*/ 0 h 1503680"/>
              <a:gd name="connsiteX3" fmla="*/ 10761225 w 10761225"/>
              <a:gd name="connsiteY3" fmla="*/ 20320 h 1503680"/>
              <a:gd name="connsiteX4" fmla="*/ 10761225 w 10761225"/>
              <a:gd name="connsiteY4" fmla="*/ 1503680 h 1503680"/>
              <a:gd name="connsiteX5" fmla="*/ 2165871 w 10761225"/>
              <a:gd name="connsiteY5" fmla="*/ 1503680 h 1503680"/>
              <a:gd name="connsiteX6" fmla="*/ 0 w 10761225"/>
              <a:gd name="connsiteY6" fmla="*/ 1503680 h 1503680"/>
              <a:gd name="connsiteX7" fmla="*/ 0 w 10761225"/>
              <a:gd name="connsiteY7" fmla="*/ 20320 h 1503680"/>
              <a:gd name="connsiteX0" fmla="*/ 0 w 10761225"/>
              <a:gd name="connsiteY0" fmla="*/ 20320 h 1513840"/>
              <a:gd name="connsiteX1" fmla="*/ 3537471 w 10761225"/>
              <a:gd name="connsiteY1" fmla="*/ 0 h 1513840"/>
              <a:gd name="connsiteX2" fmla="*/ 8515871 w 10761225"/>
              <a:gd name="connsiteY2" fmla="*/ 0 h 1513840"/>
              <a:gd name="connsiteX3" fmla="*/ 10761225 w 10761225"/>
              <a:gd name="connsiteY3" fmla="*/ 20320 h 1513840"/>
              <a:gd name="connsiteX4" fmla="*/ 10761225 w 10761225"/>
              <a:gd name="connsiteY4" fmla="*/ 1503680 h 1513840"/>
              <a:gd name="connsiteX5" fmla="*/ 8404111 w 10761225"/>
              <a:gd name="connsiteY5" fmla="*/ 1513840 h 1513840"/>
              <a:gd name="connsiteX6" fmla="*/ 2165871 w 10761225"/>
              <a:gd name="connsiteY6" fmla="*/ 1503680 h 1513840"/>
              <a:gd name="connsiteX7" fmla="*/ 0 w 10761225"/>
              <a:gd name="connsiteY7" fmla="*/ 1503680 h 1513840"/>
              <a:gd name="connsiteX8" fmla="*/ 0 w 10761225"/>
              <a:gd name="connsiteY8" fmla="*/ 20320 h 1513840"/>
              <a:gd name="connsiteX0" fmla="*/ 0 w 10761225"/>
              <a:gd name="connsiteY0" fmla="*/ 20320 h 5638800"/>
              <a:gd name="connsiteX1" fmla="*/ 3537471 w 10761225"/>
              <a:gd name="connsiteY1" fmla="*/ 0 h 5638800"/>
              <a:gd name="connsiteX2" fmla="*/ 8515871 w 10761225"/>
              <a:gd name="connsiteY2" fmla="*/ 0 h 5638800"/>
              <a:gd name="connsiteX3" fmla="*/ 10761225 w 10761225"/>
              <a:gd name="connsiteY3" fmla="*/ 20320 h 5638800"/>
              <a:gd name="connsiteX4" fmla="*/ 10578345 w 10761225"/>
              <a:gd name="connsiteY4" fmla="*/ 5638800 h 5638800"/>
              <a:gd name="connsiteX5" fmla="*/ 8404111 w 10761225"/>
              <a:gd name="connsiteY5" fmla="*/ 1513840 h 5638800"/>
              <a:gd name="connsiteX6" fmla="*/ 2165871 w 10761225"/>
              <a:gd name="connsiteY6" fmla="*/ 1503680 h 5638800"/>
              <a:gd name="connsiteX7" fmla="*/ 0 w 10761225"/>
              <a:gd name="connsiteY7" fmla="*/ 1503680 h 5638800"/>
              <a:gd name="connsiteX8" fmla="*/ 0 w 10761225"/>
              <a:gd name="connsiteY8" fmla="*/ 20320 h 5638800"/>
              <a:gd name="connsiteX0" fmla="*/ 0 w 10761225"/>
              <a:gd name="connsiteY0" fmla="*/ 20320 h 5638800"/>
              <a:gd name="connsiteX1" fmla="*/ 3537471 w 10761225"/>
              <a:gd name="connsiteY1" fmla="*/ 0 h 5638800"/>
              <a:gd name="connsiteX2" fmla="*/ 8515871 w 10761225"/>
              <a:gd name="connsiteY2" fmla="*/ 0 h 5638800"/>
              <a:gd name="connsiteX3" fmla="*/ 10761225 w 10761225"/>
              <a:gd name="connsiteY3" fmla="*/ 20320 h 5638800"/>
              <a:gd name="connsiteX4" fmla="*/ 10578345 w 10761225"/>
              <a:gd name="connsiteY4" fmla="*/ 5638800 h 5638800"/>
              <a:gd name="connsiteX5" fmla="*/ 6646431 w 10761225"/>
              <a:gd name="connsiteY5" fmla="*/ 3820160 h 5638800"/>
              <a:gd name="connsiteX6" fmla="*/ 2165871 w 10761225"/>
              <a:gd name="connsiteY6" fmla="*/ 1503680 h 5638800"/>
              <a:gd name="connsiteX7" fmla="*/ 0 w 10761225"/>
              <a:gd name="connsiteY7" fmla="*/ 1503680 h 5638800"/>
              <a:gd name="connsiteX8" fmla="*/ 0 w 10761225"/>
              <a:gd name="connsiteY8" fmla="*/ 20320 h 5638800"/>
              <a:gd name="connsiteX0" fmla="*/ 0 w 10761225"/>
              <a:gd name="connsiteY0" fmla="*/ 20320 h 5638800"/>
              <a:gd name="connsiteX1" fmla="*/ 3537471 w 10761225"/>
              <a:gd name="connsiteY1" fmla="*/ 0 h 5638800"/>
              <a:gd name="connsiteX2" fmla="*/ 8515871 w 10761225"/>
              <a:gd name="connsiteY2" fmla="*/ 0 h 5638800"/>
              <a:gd name="connsiteX3" fmla="*/ 10761225 w 10761225"/>
              <a:gd name="connsiteY3" fmla="*/ 20320 h 5638800"/>
              <a:gd name="connsiteX4" fmla="*/ 10578345 w 10761225"/>
              <a:gd name="connsiteY4" fmla="*/ 5638800 h 5638800"/>
              <a:gd name="connsiteX5" fmla="*/ 6646431 w 10761225"/>
              <a:gd name="connsiteY5" fmla="*/ 3820160 h 5638800"/>
              <a:gd name="connsiteX6" fmla="*/ 3466351 w 10761225"/>
              <a:gd name="connsiteY6" fmla="*/ 1971040 h 5638800"/>
              <a:gd name="connsiteX7" fmla="*/ 0 w 10761225"/>
              <a:gd name="connsiteY7" fmla="*/ 1503680 h 5638800"/>
              <a:gd name="connsiteX8" fmla="*/ 0 w 1076122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646431 w 10578345"/>
              <a:gd name="connsiteY5" fmla="*/ 3820160 h 5638800"/>
              <a:gd name="connsiteX6" fmla="*/ 3466351 w 10578345"/>
              <a:gd name="connsiteY6" fmla="*/ 1971040 h 5638800"/>
              <a:gd name="connsiteX7" fmla="*/ 0 w 10578345"/>
              <a:gd name="connsiteY7" fmla="*/ 1503680 h 5638800"/>
              <a:gd name="connsiteX8" fmla="*/ 0 w 1057834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66351 w 10578345"/>
              <a:gd name="connsiteY6" fmla="*/ 1971040 h 5638800"/>
              <a:gd name="connsiteX7" fmla="*/ 0 w 10578345"/>
              <a:gd name="connsiteY7" fmla="*/ 1503680 h 5638800"/>
              <a:gd name="connsiteX8" fmla="*/ 0 w 1057834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66351 w 10578345"/>
              <a:gd name="connsiteY6" fmla="*/ 1971040 h 5638800"/>
              <a:gd name="connsiteX7" fmla="*/ 0 w 10578345"/>
              <a:gd name="connsiteY7" fmla="*/ 1503680 h 5638800"/>
              <a:gd name="connsiteX8" fmla="*/ 0 w 1057834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66351 w 10578345"/>
              <a:gd name="connsiteY6" fmla="*/ 1971040 h 5638800"/>
              <a:gd name="connsiteX7" fmla="*/ 0 w 10578345"/>
              <a:gd name="connsiteY7" fmla="*/ 604520 h 5638800"/>
              <a:gd name="connsiteX8" fmla="*/ 0 w 1057834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96831 w 10578345"/>
              <a:gd name="connsiteY6" fmla="*/ 1384300 h 5638800"/>
              <a:gd name="connsiteX7" fmla="*/ 0 w 10578345"/>
              <a:gd name="connsiteY7" fmla="*/ 604520 h 5638800"/>
              <a:gd name="connsiteX8" fmla="*/ 0 w 10578345"/>
              <a:gd name="connsiteY8" fmla="*/ 20320 h 5638800"/>
              <a:gd name="connsiteX0" fmla="*/ 0 w 10578345"/>
              <a:gd name="connsiteY0" fmla="*/ 12700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96831 w 10578345"/>
              <a:gd name="connsiteY6" fmla="*/ 1384300 h 5638800"/>
              <a:gd name="connsiteX7" fmla="*/ 0 w 10578345"/>
              <a:gd name="connsiteY7" fmla="*/ 604520 h 5638800"/>
              <a:gd name="connsiteX8" fmla="*/ 0 w 10578345"/>
              <a:gd name="connsiteY8" fmla="*/ 127000 h 5638800"/>
              <a:gd name="connsiteX0" fmla="*/ 0 w 10588505"/>
              <a:gd name="connsiteY0" fmla="*/ 127000 h 5638800"/>
              <a:gd name="connsiteX1" fmla="*/ 3537471 w 10588505"/>
              <a:gd name="connsiteY1" fmla="*/ 0 h 5638800"/>
              <a:gd name="connsiteX2" fmla="*/ 8515871 w 10588505"/>
              <a:gd name="connsiteY2" fmla="*/ 0 h 5638800"/>
              <a:gd name="connsiteX3" fmla="*/ 10588505 w 10588505"/>
              <a:gd name="connsiteY3" fmla="*/ 5140960 h 5638800"/>
              <a:gd name="connsiteX4" fmla="*/ 10578345 w 10588505"/>
              <a:gd name="connsiteY4" fmla="*/ 5638800 h 5638800"/>
              <a:gd name="connsiteX5" fmla="*/ 6775971 w 10588505"/>
              <a:gd name="connsiteY5" fmla="*/ 3911600 h 5638800"/>
              <a:gd name="connsiteX6" fmla="*/ 3496831 w 10588505"/>
              <a:gd name="connsiteY6" fmla="*/ 1384300 h 5638800"/>
              <a:gd name="connsiteX7" fmla="*/ 0 w 10588505"/>
              <a:gd name="connsiteY7" fmla="*/ 604520 h 5638800"/>
              <a:gd name="connsiteX8" fmla="*/ 0 w 10588505"/>
              <a:gd name="connsiteY8" fmla="*/ 127000 h 5638800"/>
              <a:gd name="connsiteX0" fmla="*/ 0 w 10588505"/>
              <a:gd name="connsiteY0" fmla="*/ 127000 h 5638800"/>
              <a:gd name="connsiteX1" fmla="*/ 3537471 w 10588505"/>
              <a:gd name="connsiteY1" fmla="*/ 0 h 5638800"/>
              <a:gd name="connsiteX2" fmla="*/ 7022351 w 10588505"/>
              <a:gd name="connsiteY2" fmla="*/ 3489960 h 5638800"/>
              <a:gd name="connsiteX3" fmla="*/ 10588505 w 10588505"/>
              <a:gd name="connsiteY3" fmla="*/ 5140960 h 5638800"/>
              <a:gd name="connsiteX4" fmla="*/ 10578345 w 10588505"/>
              <a:gd name="connsiteY4" fmla="*/ 5638800 h 5638800"/>
              <a:gd name="connsiteX5" fmla="*/ 6775971 w 10588505"/>
              <a:gd name="connsiteY5" fmla="*/ 3911600 h 5638800"/>
              <a:gd name="connsiteX6" fmla="*/ 3496831 w 10588505"/>
              <a:gd name="connsiteY6" fmla="*/ 1384300 h 5638800"/>
              <a:gd name="connsiteX7" fmla="*/ 0 w 10588505"/>
              <a:gd name="connsiteY7" fmla="*/ 604520 h 5638800"/>
              <a:gd name="connsiteX8" fmla="*/ 0 w 10588505"/>
              <a:gd name="connsiteY8" fmla="*/ 127000 h 5638800"/>
              <a:gd name="connsiteX0" fmla="*/ 0 w 10588505"/>
              <a:gd name="connsiteY0" fmla="*/ 0 h 5511800"/>
              <a:gd name="connsiteX1" fmla="*/ 3362211 w 10588505"/>
              <a:gd name="connsiteY1" fmla="*/ 695960 h 5511800"/>
              <a:gd name="connsiteX2" fmla="*/ 7022351 w 10588505"/>
              <a:gd name="connsiteY2" fmla="*/ 3362960 h 5511800"/>
              <a:gd name="connsiteX3" fmla="*/ 10588505 w 10588505"/>
              <a:gd name="connsiteY3" fmla="*/ 5013960 h 5511800"/>
              <a:gd name="connsiteX4" fmla="*/ 10578345 w 10588505"/>
              <a:gd name="connsiteY4" fmla="*/ 5511800 h 5511800"/>
              <a:gd name="connsiteX5" fmla="*/ 6775971 w 10588505"/>
              <a:gd name="connsiteY5" fmla="*/ 3784600 h 5511800"/>
              <a:gd name="connsiteX6" fmla="*/ 3496831 w 10588505"/>
              <a:gd name="connsiteY6" fmla="*/ 1257300 h 5511800"/>
              <a:gd name="connsiteX7" fmla="*/ 0 w 10588505"/>
              <a:gd name="connsiteY7" fmla="*/ 477520 h 5511800"/>
              <a:gd name="connsiteX8" fmla="*/ 0 w 10588505"/>
              <a:gd name="connsiteY8" fmla="*/ 0 h 5511800"/>
              <a:gd name="connsiteX0" fmla="*/ 0 w 10588505"/>
              <a:gd name="connsiteY0" fmla="*/ 0 h 5511800"/>
              <a:gd name="connsiteX1" fmla="*/ 3362211 w 10588505"/>
              <a:gd name="connsiteY1" fmla="*/ 695960 h 5511800"/>
              <a:gd name="connsiteX2" fmla="*/ 7022351 w 10588505"/>
              <a:gd name="connsiteY2" fmla="*/ 3362960 h 5511800"/>
              <a:gd name="connsiteX3" fmla="*/ 10588505 w 10588505"/>
              <a:gd name="connsiteY3" fmla="*/ 5013960 h 5511800"/>
              <a:gd name="connsiteX4" fmla="*/ 10578345 w 10588505"/>
              <a:gd name="connsiteY4" fmla="*/ 5511800 h 5511800"/>
              <a:gd name="connsiteX5" fmla="*/ 6775971 w 10588505"/>
              <a:gd name="connsiteY5" fmla="*/ 3784600 h 5511800"/>
              <a:gd name="connsiteX6" fmla="*/ 3496831 w 10588505"/>
              <a:gd name="connsiteY6" fmla="*/ 1257300 h 5511800"/>
              <a:gd name="connsiteX7" fmla="*/ 0 w 10588505"/>
              <a:gd name="connsiteY7" fmla="*/ 477520 h 5511800"/>
              <a:gd name="connsiteX8" fmla="*/ 0 w 10588505"/>
              <a:gd name="connsiteY8" fmla="*/ 0 h 5511800"/>
              <a:gd name="connsiteX0" fmla="*/ 0 w 10588505"/>
              <a:gd name="connsiteY0" fmla="*/ 2823 h 5514623"/>
              <a:gd name="connsiteX1" fmla="*/ 3362211 w 10588505"/>
              <a:gd name="connsiteY1" fmla="*/ 698783 h 5514623"/>
              <a:gd name="connsiteX2" fmla="*/ 7022351 w 10588505"/>
              <a:gd name="connsiteY2" fmla="*/ 3365783 h 5514623"/>
              <a:gd name="connsiteX3" fmla="*/ 10588505 w 10588505"/>
              <a:gd name="connsiteY3" fmla="*/ 5016783 h 5514623"/>
              <a:gd name="connsiteX4" fmla="*/ 10578345 w 10588505"/>
              <a:gd name="connsiteY4" fmla="*/ 5514623 h 5514623"/>
              <a:gd name="connsiteX5" fmla="*/ 6775971 w 10588505"/>
              <a:gd name="connsiteY5" fmla="*/ 3787423 h 5514623"/>
              <a:gd name="connsiteX6" fmla="*/ 3496831 w 10588505"/>
              <a:gd name="connsiteY6" fmla="*/ 1260123 h 5514623"/>
              <a:gd name="connsiteX7" fmla="*/ 0 w 10588505"/>
              <a:gd name="connsiteY7" fmla="*/ 480343 h 5514623"/>
              <a:gd name="connsiteX8" fmla="*/ 0 w 10588505"/>
              <a:gd name="connsiteY8" fmla="*/ 2823 h 5514623"/>
              <a:gd name="connsiteX0" fmla="*/ 0 w 10588505"/>
              <a:gd name="connsiteY0" fmla="*/ 2823 h 5514623"/>
              <a:gd name="connsiteX1" fmla="*/ 3362211 w 10588505"/>
              <a:gd name="connsiteY1" fmla="*/ 698783 h 5514623"/>
              <a:gd name="connsiteX2" fmla="*/ 7022351 w 10588505"/>
              <a:gd name="connsiteY2" fmla="*/ 3365783 h 5514623"/>
              <a:gd name="connsiteX3" fmla="*/ 10588505 w 10588505"/>
              <a:gd name="connsiteY3" fmla="*/ 5016783 h 5514623"/>
              <a:gd name="connsiteX4" fmla="*/ 10578345 w 10588505"/>
              <a:gd name="connsiteY4" fmla="*/ 5514623 h 5514623"/>
              <a:gd name="connsiteX5" fmla="*/ 6775971 w 10588505"/>
              <a:gd name="connsiteY5" fmla="*/ 3787423 h 5514623"/>
              <a:gd name="connsiteX6" fmla="*/ 3496831 w 10588505"/>
              <a:gd name="connsiteY6" fmla="*/ 1260123 h 5514623"/>
              <a:gd name="connsiteX7" fmla="*/ 0 w 10588505"/>
              <a:gd name="connsiteY7" fmla="*/ 480343 h 5514623"/>
              <a:gd name="connsiteX8" fmla="*/ 0 w 10588505"/>
              <a:gd name="connsiteY8" fmla="*/ 2823 h 5514623"/>
              <a:gd name="connsiteX0" fmla="*/ 0 w 10588505"/>
              <a:gd name="connsiteY0" fmla="*/ 2823 h 5514623"/>
              <a:gd name="connsiteX1" fmla="*/ 3362211 w 10588505"/>
              <a:gd name="connsiteY1" fmla="*/ 698783 h 5514623"/>
              <a:gd name="connsiteX2" fmla="*/ 7022351 w 10588505"/>
              <a:gd name="connsiteY2" fmla="*/ 3365783 h 5514623"/>
              <a:gd name="connsiteX3" fmla="*/ 10588505 w 10588505"/>
              <a:gd name="connsiteY3" fmla="*/ 5016783 h 5514623"/>
              <a:gd name="connsiteX4" fmla="*/ 10578345 w 10588505"/>
              <a:gd name="connsiteY4" fmla="*/ 5514623 h 5514623"/>
              <a:gd name="connsiteX5" fmla="*/ 6775971 w 10588505"/>
              <a:gd name="connsiteY5" fmla="*/ 3787423 h 5514623"/>
              <a:gd name="connsiteX6" fmla="*/ 3496831 w 10588505"/>
              <a:gd name="connsiteY6" fmla="*/ 1260123 h 5514623"/>
              <a:gd name="connsiteX7" fmla="*/ 0 w 10588505"/>
              <a:gd name="connsiteY7" fmla="*/ 480343 h 5514623"/>
              <a:gd name="connsiteX8" fmla="*/ 0 w 10588505"/>
              <a:gd name="connsiteY8" fmla="*/ 2823 h 5514623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487541"/>
              <a:gd name="connsiteX1" fmla="*/ 3362211 w 10588505"/>
              <a:gd name="connsiteY1" fmla="*/ 712645 h 5487541"/>
              <a:gd name="connsiteX2" fmla="*/ 7022351 w 10588505"/>
              <a:gd name="connsiteY2" fmla="*/ 3379645 h 5487541"/>
              <a:gd name="connsiteX3" fmla="*/ 10588505 w 10588505"/>
              <a:gd name="connsiteY3" fmla="*/ 5030645 h 5487541"/>
              <a:gd name="connsiteX4" fmla="*/ 10585169 w 10588505"/>
              <a:gd name="connsiteY4" fmla="*/ 5487541 h 5487541"/>
              <a:gd name="connsiteX5" fmla="*/ 6775971 w 10588505"/>
              <a:gd name="connsiteY5" fmla="*/ 3801285 h 5487541"/>
              <a:gd name="connsiteX6" fmla="*/ 3496831 w 10588505"/>
              <a:gd name="connsiteY6" fmla="*/ 1273985 h 5487541"/>
              <a:gd name="connsiteX7" fmla="*/ 0 w 10588505"/>
              <a:gd name="connsiteY7" fmla="*/ 494205 h 5487541"/>
              <a:gd name="connsiteX8" fmla="*/ 0 w 10588505"/>
              <a:gd name="connsiteY8" fmla="*/ 16685 h 5487541"/>
              <a:gd name="connsiteX0" fmla="*/ 0 w 10588505"/>
              <a:gd name="connsiteY0" fmla="*/ 16685 h 5487541"/>
              <a:gd name="connsiteX1" fmla="*/ 3362211 w 10588505"/>
              <a:gd name="connsiteY1" fmla="*/ 712645 h 5487541"/>
              <a:gd name="connsiteX2" fmla="*/ 7022351 w 10588505"/>
              <a:gd name="connsiteY2" fmla="*/ 3379645 h 5487541"/>
              <a:gd name="connsiteX3" fmla="*/ 10588505 w 10588505"/>
              <a:gd name="connsiteY3" fmla="*/ 5030645 h 5487541"/>
              <a:gd name="connsiteX4" fmla="*/ 10585169 w 10588505"/>
              <a:gd name="connsiteY4" fmla="*/ 5487541 h 5487541"/>
              <a:gd name="connsiteX5" fmla="*/ 6775971 w 10588505"/>
              <a:gd name="connsiteY5" fmla="*/ 3801285 h 5487541"/>
              <a:gd name="connsiteX6" fmla="*/ 3496831 w 10588505"/>
              <a:gd name="connsiteY6" fmla="*/ 1273985 h 5487541"/>
              <a:gd name="connsiteX7" fmla="*/ 0 w 10588505"/>
              <a:gd name="connsiteY7" fmla="*/ 494205 h 5487541"/>
              <a:gd name="connsiteX8" fmla="*/ 0 w 10588505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86131 w 10585169"/>
              <a:gd name="connsiteY5" fmla="*/ 37592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86131 w 10585169"/>
              <a:gd name="connsiteY5" fmla="*/ 37592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2115 w 10585169"/>
              <a:gd name="connsiteY6" fmla="*/ 1161765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2115 w 10585169"/>
              <a:gd name="connsiteY6" fmla="*/ 1161765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2115 w 10585169"/>
              <a:gd name="connsiteY6" fmla="*/ 1161765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2115 w 10585169"/>
              <a:gd name="connsiteY6" fmla="*/ 1161765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2115 w 10585169"/>
              <a:gd name="connsiteY6" fmla="*/ 1161765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2115 w 10585169"/>
              <a:gd name="connsiteY6" fmla="*/ 1161765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2115 w 10585169"/>
              <a:gd name="connsiteY6" fmla="*/ 1161765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2115 w 10585169"/>
              <a:gd name="connsiteY6" fmla="*/ 1161765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9735 w 10585169"/>
              <a:gd name="connsiteY6" fmla="*/ 1138108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9735 w 10585169"/>
              <a:gd name="connsiteY6" fmla="*/ 1138108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9735 w 10585169"/>
              <a:gd name="connsiteY6" fmla="*/ 1138108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9735 w 10585169"/>
              <a:gd name="connsiteY6" fmla="*/ 1138108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9735 w 10585169"/>
              <a:gd name="connsiteY6" fmla="*/ 1138108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278391 w 10585169"/>
              <a:gd name="connsiteY1" fmla="*/ 640761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9735 w 10585169"/>
              <a:gd name="connsiteY6" fmla="*/ 1138108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74858"/>
              <a:gd name="connsiteY0" fmla="*/ 0 h 5502398"/>
              <a:gd name="connsiteX1" fmla="*/ 3278391 w 10574858"/>
              <a:gd name="connsiteY1" fmla="*/ 640761 h 5502398"/>
              <a:gd name="connsiteX2" fmla="*/ 7022351 w 10574858"/>
              <a:gd name="connsiteY2" fmla="*/ 3362960 h 5502398"/>
              <a:gd name="connsiteX3" fmla="*/ 10574858 w 10574858"/>
              <a:gd name="connsiteY3" fmla="*/ 4979840 h 5502398"/>
              <a:gd name="connsiteX4" fmla="*/ 10569929 w 10574858"/>
              <a:gd name="connsiteY4" fmla="*/ 5502398 h 5502398"/>
              <a:gd name="connsiteX5" fmla="*/ 6792955 w 10574858"/>
              <a:gd name="connsiteY5" fmla="*/ 3731904 h 5502398"/>
              <a:gd name="connsiteX6" fmla="*/ 3299735 w 10574858"/>
              <a:gd name="connsiteY6" fmla="*/ 1138108 h 5502398"/>
              <a:gd name="connsiteX7" fmla="*/ 0 w 10574858"/>
              <a:gd name="connsiteY7" fmla="*/ 477520 h 5502398"/>
              <a:gd name="connsiteX8" fmla="*/ 0 w 10574858"/>
              <a:gd name="connsiteY8" fmla="*/ 0 h 5502398"/>
              <a:gd name="connsiteX0" fmla="*/ 7620 w 10574858"/>
              <a:gd name="connsiteY0" fmla="*/ 9096 h 5456295"/>
              <a:gd name="connsiteX1" fmla="*/ 3278391 w 10574858"/>
              <a:gd name="connsiteY1" fmla="*/ 594658 h 5456295"/>
              <a:gd name="connsiteX2" fmla="*/ 7022351 w 10574858"/>
              <a:gd name="connsiteY2" fmla="*/ 3316857 h 5456295"/>
              <a:gd name="connsiteX3" fmla="*/ 10574858 w 10574858"/>
              <a:gd name="connsiteY3" fmla="*/ 4933737 h 5456295"/>
              <a:gd name="connsiteX4" fmla="*/ 10569929 w 10574858"/>
              <a:gd name="connsiteY4" fmla="*/ 5456295 h 5456295"/>
              <a:gd name="connsiteX5" fmla="*/ 6792955 w 10574858"/>
              <a:gd name="connsiteY5" fmla="*/ 3685801 h 5456295"/>
              <a:gd name="connsiteX6" fmla="*/ 3299735 w 10574858"/>
              <a:gd name="connsiteY6" fmla="*/ 1092005 h 5456295"/>
              <a:gd name="connsiteX7" fmla="*/ 0 w 10574858"/>
              <a:gd name="connsiteY7" fmla="*/ 431417 h 5456295"/>
              <a:gd name="connsiteX8" fmla="*/ 7620 w 10574858"/>
              <a:gd name="connsiteY8" fmla="*/ 9096 h 5456295"/>
              <a:gd name="connsiteX0" fmla="*/ 7620 w 10574858"/>
              <a:gd name="connsiteY0" fmla="*/ 36743 h 5483942"/>
              <a:gd name="connsiteX1" fmla="*/ 3278391 w 10574858"/>
              <a:gd name="connsiteY1" fmla="*/ 622305 h 5483942"/>
              <a:gd name="connsiteX2" fmla="*/ 7022351 w 10574858"/>
              <a:gd name="connsiteY2" fmla="*/ 3344504 h 5483942"/>
              <a:gd name="connsiteX3" fmla="*/ 10574858 w 10574858"/>
              <a:gd name="connsiteY3" fmla="*/ 4961384 h 5483942"/>
              <a:gd name="connsiteX4" fmla="*/ 10569929 w 10574858"/>
              <a:gd name="connsiteY4" fmla="*/ 5483942 h 5483942"/>
              <a:gd name="connsiteX5" fmla="*/ 6792955 w 10574858"/>
              <a:gd name="connsiteY5" fmla="*/ 3713448 h 5483942"/>
              <a:gd name="connsiteX6" fmla="*/ 3299735 w 10574858"/>
              <a:gd name="connsiteY6" fmla="*/ 1119652 h 5483942"/>
              <a:gd name="connsiteX7" fmla="*/ 0 w 10574858"/>
              <a:gd name="connsiteY7" fmla="*/ 459064 h 5483942"/>
              <a:gd name="connsiteX8" fmla="*/ 7620 w 10574858"/>
              <a:gd name="connsiteY8" fmla="*/ 36743 h 5483942"/>
              <a:gd name="connsiteX0" fmla="*/ 0 w 10567238"/>
              <a:gd name="connsiteY0" fmla="*/ 36743 h 5483942"/>
              <a:gd name="connsiteX1" fmla="*/ 3270771 w 10567238"/>
              <a:gd name="connsiteY1" fmla="*/ 622305 h 5483942"/>
              <a:gd name="connsiteX2" fmla="*/ 7014731 w 10567238"/>
              <a:gd name="connsiteY2" fmla="*/ 3344504 h 5483942"/>
              <a:gd name="connsiteX3" fmla="*/ 10567238 w 10567238"/>
              <a:gd name="connsiteY3" fmla="*/ 4961384 h 5483942"/>
              <a:gd name="connsiteX4" fmla="*/ 10562309 w 10567238"/>
              <a:gd name="connsiteY4" fmla="*/ 5483942 h 5483942"/>
              <a:gd name="connsiteX5" fmla="*/ 6785335 w 10567238"/>
              <a:gd name="connsiteY5" fmla="*/ 3713448 h 5483942"/>
              <a:gd name="connsiteX6" fmla="*/ 3292115 w 10567238"/>
              <a:gd name="connsiteY6" fmla="*/ 1119652 h 5483942"/>
              <a:gd name="connsiteX7" fmla="*/ 22860 w 10567238"/>
              <a:gd name="connsiteY7" fmla="*/ 498492 h 5483942"/>
              <a:gd name="connsiteX8" fmla="*/ 0 w 10567238"/>
              <a:gd name="connsiteY8" fmla="*/ 36743 h 5483942"/>
              <a:gd name="connsiteX0" fmla="*/ 0 w 10567238"/>
              <a:gd name="connsiteY0" fmla="*/ 36743 h 5483942"/>
              <a:gd name="connsiteX1" fmla="*/ 3270771 w 10567238"/>
              <a:gd name="connsiteY1" fmla="*/ 622305 h 5483942"/>
              <a:gd name="connsiteX2" fmla="*/ 7014731 w 10567238"/>
              <a:gd name="connsiteY2" fmla="*/ 3344504 h 5483942"/>
              <a:gd name="connsiteX3" fmla="*/ 10567238 w 10567238"/>
              <a:gd name="connsiteY3" fmla="*/ 4961384 h 5483942"/>
              <a:gd name="connsiteX4" fmla="*/ 10562309 w 10567238"/>
              <a:gd name="connsiteY4" fmla="*/ 5483942 h 5483942"/>
              <a:gd name="connsiteX5" fmla="*/ 6785335 w 10567238"/>
              <a:gd name="connsiteY5" fmla="*/ 3713448 h 5483942"/>
              <a:gd name="connsiteX6" fmla="*/ 3292115 w 10567238"/>
              <a:gd name="connsiteY6" fmla="*/ 1119652 h 5483942"/>
              <a:gd name="connsiteX7" fmla="*/ 22860 w 10567238"/>
              <a:gd name="connsiteY7" fmla="*/ 498492 h 5483942"/>
              <a:gd name="connsiteX8" fmla="*/ 0 w 10567238"/>
              <a:gd name="connsiteY8" fmla="*/ 36743 h 548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67238" h="5483942">
                <a:moveTo>
                  <a:pt x="0" y="36743"/>
                </a:moveTo>
                <a:cubicBezTo>
                  <a:pt x="699590" y="33229"/>
                  <a:pt x="1035239" y="-213863"/>
                  <a:pt x="3270771" y="622305"/>
                </a:cubicBezTo>
                <a:cubicBezTo>
                  <a:pt x="3774311" y="835740"/>
                  <a:pt x="4461526" y="867509"/>
                  <a:pt x="7014731" y="3344504"/>
                </a:cubicBezTo>
                <a:cubicBezTo>
                  <a:pt x="8424088" y="4429374"/>
                  <a:pt x="9635552" y="4906919"/>
                  <a:pt x="10567238" y="4961384"/>
                </a:cubicBezTo>
                <a:lnTo>
                  <a:pt x="10562309" y="5483942"/>
                </a:lnTo>
                <a:cubicBezTo>
                  <a:pt x="10105300" y="5448965"/>
                  <a:pt x="8924431" y="5378728"/>
                  <a:pt x="6785335" y="3713448"/>
                </a:cubicBezTo>
                <a:cubicBezTo>
                  <a:pt x="5743088" y="2794815"/>
                  <a:pt x="4985664" y="1830154"/>
                  <a:pt x="3292115" y="1119652"/>
                </a:cubicBezTo>
                <a:cubicBezTo>
                  <a:pt x="1041053" y="294859"/>
                  <a:pt x="451492" y="479095"/>
                  <a:pt x="22860" y="498492"/>
                </a:cubicBezTo>
                <a:lnTo>
                  <a:pt x="0" y="36743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 9">
            <a:extLst>
              <a:ext uri="{FF2B5EF4-FFF2-40B4-BE49-F238E27FC236}">
                <a16:creationId xmlns:a16="http://schemas.microsoft.com/office/drawing/2014/main" id="{17D705C7-9307-4B23-9386-44F5DB83917F}"/>
              </a:ext>
            </a:extLst>
          </p:cNvPr>
          <p:cNvSpPr/>
          <p:nvPr/>
        </p:nvSpPr>
        <p:spPr>
          <a:xfrm>
            <a:off x="187720" y="624762"/>
            <a:ext cx="10585169" cy="5220431"/>
          </a:xfrm>
          <a:custGeom>
            <a:avLst/>
            <a:gdLst>
              <a:gd name="connsiteX0" fmla="*/ 0 w 10761225"/>
              <a:gd name="connsiteY0" fmla="*/ 0 h 1483360"/>
              <a:gd name="connsiteX1" fmla="*/ 10761225 w 10761225"/>
              <a:gd name="connsiteY1" fmla="*/ 0 h 1483360"/>
              <a:gd name="connsiteX2" fmla="*/ 10761225 w 10761225"/>
              <a:gd name="connsiteY2" fmla="*/ 1483360 h 1483360"/>
              <a:gd name="connsiteX3" fmla="*/ 0 w 10761225"/>
              <a:gd name="connsiteY3" fmla="*/ 1483360 h 1483360"/>
              <a:gd name="connsiteX4" fmla="*/ 0 w 10761225"/>
              <a:gd name="connsiteY4" fmla="*/ 0 h 1483360"/>
              <a:gd name="connsiteX0" fmla="*/ 0 w 10761225"/>
              <a:gd name="connsiteY0" fmla="*/ 20320 h 1503680"/>
              <a:gd name="connsiteX1" fmla="*/ 3537471 w 10761225"/>
              <a:gd name="connsiteY1" fmla="*/ 0 h 1503680"/>
              <a:gd name="connsiteX2" fmla="*/ 10761225 w 10761225"/>
              <a:gd name="connsiteY2" fmla="*/ 20320 h 1503680"/>
              <a:gd name="connsiteX3" fmla="*/ 10761225 w 10761225"/>
              <a:gd name="connsiteY3" fmla="*/ 1503680 h 1503680"/>
              <a:gd name="connsiteX4" fmla="*/ 0 w 10761225"/>
              <a:gd name="connsiteY4" fmla="*/ 1503680 h 1503680"/>
              <a:gd name="connsiteX5" fmla="*/ 0 w 10761225"/>
              <a:gd name="connsiteY5" fmla="*/ 20320 h 1503680"/>
              <a:gd name="connsiteX0" fmla="*/ 0 w 10761225"/>
              <a:gd name="connsiteY0" fmla="*/ 20320 h 1503680"/>
              <a:gd name="connsiteX1" fmla="*/ 3537471 w 10761225"/>
              <a:gd name="connsiteY1" fmla="*/ 0 h 1503680"/>
              <a:gd name="connsiteX2" fmla="*/ 8515871 w 10761225"/>
              <a:gd name="connsiteY2" fmla="*/ 0 h 1503680"/>
              <a:gd name="connsiteX3" fmla="*/ 10761225 w 10761225"/>
              <a:gd name="connsiteY3" fmla="*/ 20320 h 1503680"/>
              <a:gd name="connsiteX4" fmla="*/ 10761225 w 10761225"/>
              <a:gd name="connsiteY4" fmla="*/ 1503680 h 1503680"/>
              <a:gd name="connsiteX5" fmla="*/ 0 w 10761225"/>
              <a:gd name="connsiteY5" fmla="*/ 1503680 h 1503680"/>
              <a:gd name="connsiteX6" fmla="*/ 0 w 10761225"/>
              <a:gd name="connsiteY6" fmla="*/ 20320 h 1503680"/>
              <a:gd name="connsiteX0" fmla="*/ 0 w 10761225"/>
              <a:gd name="connsiteY0" fmla="*/ 20320 h 1503680"/>
              <a:gd name="connsiteX1" fmla="*/ 3537471 w 10761225"/>
              <a:gd name="connsiteY1" fmla="*/ 0 h 1503680"/>
              <a:gd name="connsiteX2" fmla="*/ 8515871 w 10761225"/>
              <a:gd name="connsiteY2" fmla="*/ 0 h 1503680"/>
              <a:gd name="connsiteX3" fmla="*/ 10761225 w 10761225"/>
              <a:gd name="connsiteY3" fmla="*/ 20320 h 1503680"/>
              <a:gd name="connsiteX4" fmla="*/ 10761225 w 10761225"/>
              <a:gd name="connsiteY4" fmla="*/ 1503680 h 1503680"/>
              <a:gd name="connsiteX5" fmla="*/ 2165871 w 10761225"/>
              <a:gd name="connsiteY5" fmla="*/ 1503680 h 1503680"/>
              <a:gd name="connsiteX6" fmla="*/ 0 w 10761225"/>
              <a:gd name="connsiteY6" fmla="*/ 1503680 h 1503680"/>
              <a:gd name="connsiteX7" fmla="*/ 0 w 10761225"/>
              <a:gd name="connsiteY7" fmla="*/ 20320 h 1503680"/>
              <a:gd name="connsiteX0" fmla="*/ 0 w 10761225"/>
              <a:gd name="connsiteY0" fmla="*/ 20320 h 1513840"/>
              <a:gd name="connsiteX1" fmla="*/ 3537471 w 10761225"/>
              <a:gd name="connsiteY1" fmla="*/ 0 h 1513840"/>
              <a:gd name="connsiteX2" fmla="*/ 8515871 w 10761225"/>
              <a:gd name="connsiteY2" fmla="*/ 0 h 1513840"/>
              <a:gd name="connsiteX3" fmla="*/ 10761225 w 10761225"/>
              <a:gd name="connsiteY3" fmla="*/ 20320 h 1513840"/>
              <a:gd name="connsiteX4" fmla="*/ 10761225 w 10761225"/>
              <a:gd name="connsiteY4" fmla="*/ 1503680 h 1513840"/>
              <a:gd name="connsiteX5" fmla="*/ 8404111 w 10761225"/>
              <a:gd name="connsiteY5" fmla="*/ 1513840 h 1513840"/>
              <a:gd name="connsiteX6" fmla="*/ 2165871 w 10761225"/>
              <a:gd name="connsiteY6" fmla="*/ 1503680 h 1513840"/>
              <a:gd name="connsiteX7" fmla="*/ 0 w 10761225"/>
              <a:gd name="connsiteY7" fmla="*/ 1503680 h 1513840"/>
              <a:gd name="connsiteX8" fmla="*/ 0 w 10761225"/>
              <a:gd name="connsiteY8" fmla="*/ 20320 h 1513840"/>
              <a:gd name="connsiteX0" fmla="*/ 0 w 10761225"/>
              <a:gd name="connsiteY0" fmla="*/ 20320 h 5638800"/>
              <a:gd name="connsiteX1" fmla="*/ 3537471 w 10761225"/>
              <a:gd name="connsiteY1" fmla="*/ 0 h 5638800"/>
              <a:gd name="connsiteX2" fmla="*/ 8515871 w 10761225"/>
              <a:gd name="connsiteY2" fmla="*/ 0 h 5638800"/>
              <a:gd name="connsiteX3" fmla="*/ 10761225 w 10761225"/>
              <a:gd name="connsiteY3" fmla="*/ 20320 h 5638800"/>
              <a:gd name="connsiteX4" fmla="*/ 10578345 w 10761225"/>
              <a:gd name="connsiteY4" fmla="*/ 5638800 h 5638800"/>
              <a:gd name="connsiteX5" fmla="*/ 8404111 w 10761225"/>
              <a:gd name="connsiteY5" fmla="*/ 1513840 h 5638800"/>
              <a:gd name="connsiteX6" fmla="*/ 2165871 w 10761225"/>
              <a:gd name="connsiteY6" fmla="*/ 1503680 h 5638800"/>
              <a:gd name="connsiteX7" fmla="*/ 0 w 10761225"/>
              <a:gd name="connsiteY7" fmla="*/ 1503680 h 5638800"/>
              <a:gd name="connsiteX8" fmla="*/ 0 w 10761225"/>
              <a:gd name="connsiteY8" fmla="*/ 20320 h 5638800"/>
              <a:gd name="connsiteX0" fmla="*/ 0 w 10761225"/>
              <a:gd name="connsiteY0" fmla="*/ 20320 h 5638800"/>
              <a:gd name="connsiteX1" fmla="*/ 3537471 w 10761225"/>
              <a:gd name="connsiteY1" fmla="*/ 0 h 5638800"/>
              <a:gd name="connsiteX2" fmla="*/ 8515871 w 10761225"/>
              <a:gd name="connsiteY2" fmla="*/ 0 h 5638800"/>
              <a:gd name="connsiteX3" fmla="*/ 10761225 w 10761225"/>
              <a:gd name="connsiteY3" fmla="*/ 20320 h 5638800"/>
              <a:gd name="connsiteX4" fmla="*/ 10578345 w 10761225"/>
              <a:gd name="connsiteY4" fmla="*/ 5638800 h 5638800"/>
              <a:gd name="connsiteX5" fmla="*/ 6646431 w 10761225"/>
              <a:gd name="connsiteY5" fmla="*/ 3820160 h 5638800"/>
              <a:gd name="connsiteX6" fmla="*/ 2165871 w 10761225"/>
              <a:gd name="connsiteY6" fmla="*/ 1503680 h 5638800"/>
              <a:gd name="connsiteX7" fmla="*/ 0 w 10761225"/>
              <a:gd name="connsiteY7" fmla="*/ 1503680 h 5638800"/>
              <a:gd name="connsiteX8" fmla="*/ 0 w 10761225"/>
              <a:gd name="connsiteY8" fmla="*/ 20320 h 5638800"/>
              <a:gd name="connsiteX0" fmla="*/ 0 w 10761225"/>
              <a:gd name="connsiteY0" fmla="*/ 20320 h 5638800"/>
              <a:gd name="connsiteX1" fmla="*/ 3537471 w 10761225"/>
              <a:gd name="connsiteY1" fmla="*/ 0 h 5638800"/>
              <a:gd name="connsiteX2" fmla="*/ 8515871 w 10761225"/>
              <a:gd name="connsiteY2" fmla="*/ 0 h 5638800"/>
              <a:gd name="connsiteX3" fmla="*/ 10761225 w 10761225"/>
              <a:gd name="connsiteY3" fmla="*/ 20320 h 5638800"/>
              <a:gd name="connsiteX4" fmla="*/ 10578345 w 10761225"/>
              <a:gd name="connsiteY4" fmla="*/ 5638800 h 5638800"/>
              <a:gd name="connsiteX5" fmla="*/ 6646431 w 10761225"/>
              <a:gd name="connsiteY5" fmla="*/ 3820160 h 5638800"/>
              <a:gd name="connsiteX6" fmla="*/ 3466351 w 10761225"/>
              <a:gd name="connsiteY6" fmla="*/ 1971040 h 5638800"/>
              <a:gd name="connsiteX7" fmla="*/ 0 w 10761225"/>
              <a:gd name="connsiteY7" fmla="*/ 1503680 h 5638800"/>
              <a:gd name="connsiteX8" fmla="*/ 0 w 1076122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646431 w 10578345"/>
              <a:gd name="connsiteY5" fmla="*/ 3820160 h 5638800"/>
              <a:gd name="connsiteX6" fmla="*/ 3466351 w 10578345"/>
              <a:gd name="connsiteY6" fmla="*/ 1971040 h 5638800"/>
              <a:gd name="connsiteX7" fmla="*/ 0 w 10578345"/>
              <a:gd name="connsiteY7" fmla="*/ 1503680 h 5638800"/>
              <a:gd name="connsiteX8" fmla="*/ 0 w 1057834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66351 w 10578345"/>
              <a:gd name="connsiteY6" fmla="*/ 1971040 h 5638800"/>
              <a:gd name="connsiteX7" fmla="*/ 0 w 10578345"/>
              <a:gd name="connsiteY7" fmla="*/ 1503680 h 5638800"/>
              <a:gd name="connsiteX8" fmla="*/ 0 w 1057834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66351 w 10578345"/>
              <a:gd name="connsiteY6" fmla="*/ 1971040 h 5638800"/>
              <a:gd name="connsiteX7" fmla="*/ 0 w 10578345"/>
              <a:gd name="connsiteY7" fmla="*/ 1503680 h 5638800"/>
              <a:gd name="connsiteX8" fmla="*/ 0 w 1057834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66351 w 10578345"/>
              <a:gd name="connsiteY6" fmla="*/ 1971040 h 5638800"/>
              <a:gd name="connsiteX7" fmla="*/ 0 w 10578345"/>
              <a:gd name="connsiteY7" fmla="*/ 604520 h 5638800"/>
              <a:gd name="connsiteX8" fmla="*/ 0 w 10578345"/>
              <a:gd name="connsiteY8" fmla="*/ 20320 h 5638800"/>
              <a:gd name="connsiteX0" fmla="*/ 0 w 10578345"/>
              <a:gd name="connsiteY0" fmla="*/ 2032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96831 w 10578345"/>
              <a:gd name="connsiteY6" fmla="*/ 1384300 h 5638800"/>
              <a:gd name="connsiteX7" fmla="*/ 0 w 10578345"/>
              <a:gd name="connsiteY7" fmla="*/ 604520 h 5638800"/>
              <a:gd name="connsiteX8" fmla="*/ 0 w 10578345"/>
              <a:gd name="connsiteY8" fmla="*/ 20320 h 5638800"/>
              <a:gd name="connsiteX0" fmla="*/ 0 w 10578345"/>
              <a:gd name="connsiteY0" fmla="*/ 127000 h 5638800"/>
              <a:gd name="connsiteX1" fmla="*/ 3537471 w 10578345"/>
              <a:gd name="connsiteY1" fmla="*/ 0 h 5638800"/>
              <a:gd name="connsiteX2" fmla="*/ 8515871 w 10578345"/>
              <a:gd name="connsiteY2" fmla="*/ 0 h 5638800"/>
              <a:gd name="connsiteX3" fmla="*/ 10497065 w 10578345"/>
              <a:gd name="connsiteY3" fmla="*/ 4714240 h 5638800"/>
              <a:gd name="connsiteX4" fmla="*/ 10578345 w 10578345"/>
              <a:gd name="connsiteY4" fmla="*/ 5638800 h 5638800"/>
              <a:gd name="connsiteX5" fmla="*/ 6775971 w 10578345"/>
              <a:gd name="connsiteY5" fmla="*/ 3911600 h 5638800"/>
              <a:gd name="connsiteX6" fmla="*/ 3496831 w 10578345"/>
              <a:gd name="connsiteY6" fmla="*/ 1384300 h 5638800"/>
              <a:gd name="connsiteX7" fmla="*/ 0 w 10578345"/>
              <a:gd name="connsiteY7" fmla="*/ 604520 h 5638800"/>
              <a:gd name="connsiteX8" fmla="*/ 0 w 10578345"/>
              <a:gd name="connsiteY8" fmla="*/ 127000 h 5638800"/>
              <a:gd name="connsiteX0" fmla="*/ 0 w 10588505"/>
              <a:gd name="connsiteY0" fmla="*/ 127000 h 5638800"/>
              <a:gd name="connsiteX1" fmla="*/ 3537471 w 10588505"/>
              <a:gd name="connsiteY1" fmla="*/ 0 h 5638800"/>
              <a:gd name="connsiteX2" fmla="*/ 8515871 w 10588505"/>
              <a:gd name="connsiteY2" fmla="*/ 0 h 5638800"/>
              <a:gd name="connsiteX3" fmla="*/ 10588505 w 10588505"/>
              <a:gd name="connsiteY3" fmla="*/ 5140960 h 5638800"/>
              <a:gd name="connsiteX4" fmla="*/ 10578345 w 10588505"/>
              <a:gd name="connsiteY4" fmla="*/ 5638800 h 5638800"/>
              <a:gd name="connsiteX5" fmla="*/ 6775971 w 10588505"/>
              <a:gd name="connsiteY5" fmla="*/ 3911600 h 5638800"/>
              <a:gd name="connsiteX6" fmla="*/ 3496831 w 10588505"/>
              <a:gd name="connsiteY6" fmla="*/ 1384300 h 5638800"/>
              <a:gd name="connsiteX7" fmla="*/ 0 w 10588505"/>
              <a:gd name="connsiteY7" fmla="*/ 604520 h 5638800"/>
              <a:gd name="connsiteX8" fmla="*/ 0 w 10588505"/>
              <a:gd name="connsiteY8" fmla="*/ 127000 h 5638800"/>
              <a:gd name="connsiteX0" fmla="*/ 0 w 10588505"/>
              <a:gd name="connsiteY0" fmla="*/ 127000 h 5638800"/>
              <a:gd name="connsiteX1" fmla="*/ 3537471 w 10588505"/>
              <a:gd name="connsiteY1" fmla="*/ 0 h 5638800"/>
              <a:gd name="connsiteX2" fmla="*/ 7022351 w 10588505"/>
              <a:gd name="connsiteY2" fmla="*/ 3489960 h 5638800"/>
              <a:gd name="connsiteX3" fmla="*/ 10588505 w 10588505"/>
              <a:gd name="connsiteY3" fmla="*/ 5140960 h 5638800"/>
              <a:gd name="connsiteX4" fmla="*/ 10578345 w 10588505"/>
              <a:gd name="connsiteY4" fmla="*/ 5638800 h 5638800"/>
              <a:gd name="connsiteX5" fmla="*/ 6775971 w 10588505"/>
              <a:gd name="connsiteY5" fmla="*/ 3911600 h 5638800"/>
              <a:gd name="connsiteX6" fmla="*/ 3496831 w 10588505"/>
              <a:gd name="connsiteY6" fmla="*/ 1384300 h 5638800"/>
              <a:gd name="connsiteX7" fmla="*/ 0 w 10588505"/>
              <a:gd name="connsiteY7" fmla="*/ 604520 h 5638800"/>
              <a:gd name="connsiteX8" fmla="*/ 0 w 10588505"/>
              <a:gd name="connsiteY8" fmla="*/ 127000 h 5638800"/>
              <a:gd name="connsiteX0" fmla="*/ 0 w 10588505"/>
              <a:gd name="connsiteY0" fmla="*/ 0 h 5511800"/>
              <a:gd name="connsiteX1" fmla="*/ 3362211 w 10588505"/>
              <a:gd name="connsiteY1" fmla="*/ 695960 h 5511800"/>
              <a:gd name="connsiteX2" fmla="*/ 7022351 w 10588505"/>
              <a:gd name="connsiteY2" fmla="*/ 3362960 h 5511800"/>
              <a:gd name="connsiteX3" fmla="*/ 10588505 w 10588505"/>
              <a:gd name="connsiteY3" fmla="*/ 5013960 h 5511800"/>
              <a:gd name="connsiteX4" fmla="*/ 10578345 w 10588505"/>
              <a:gd name="connsiteY4" fmla="*/ 5511800 h 5511800"/>
              <a:gd name="connsiteX5" fmla="*/ 6775971 w 10588505"/>
              <a:gd name="connsiteY5" fmla="*/ 3784600 h 5511800"/>
              <a:gd name="connsiteX6" fmla="*/ 3496831 w 10588505"/>
              <a:gd name="connsiteY6" fmla="*/ 1257300 h 5511800"/>
              <a:gd name="connsiteX7" fmla="*/ 0 w 10588505"/>
              <a:gd name="connsiteY7" fmla="*/ 477520 h 5511800"/>
              <a:gd name="connsiteX8" fmla="*/ 0 w 10588505"/>
              <a:gd name="connsiteY8" fmla="*/ 0 h 5511800"/>
              <a:gd name="connsiteX0" fmla="*/ 0 w 10588505"/>
              <a:gd name="connsiteY0" fmla="*/ 0 h 5511800"/>
              <a:gd name="connsiteX1" fmla="*/ 3362211 w 10588505"/>
              <a:gd name="connsiteY1" fmla="*/ 695960 h 5511800"/>
              <a:gd name="connsiteX2" fmla="*/ 7022351 w 10588505"/>
              <a:gd name="connsiteY2" fmla="*/ 3362960 h 5511800"/>
              <a:gd name="connsiteX3" fmla="*/ 10588505 w 10588505"/>
              <a:gd name="connsiteY3" fmla="*/ 5013960 h 5511800"/>
              <a:gd name="connsiteX4" fmla="*/ 10578345 w 10588505"/>
              <a:gd name="connsiteY4" fmla="*/ 5511800 h 5511800"/>
              <a:gd name="connsiteX5" fmla="*/ 6775971 w 10588505"/>
              <a:gd name="connsiteY5" fmla="*/ 3784600 h 5511800"/>
              <a:gd name="connsiteX6" fmla="*/ 3496831 w 10588505"/>
              <a:gd name="connsiteY6" fmla="*/ 1257300 h 5511800"/>
              <a:gd name="connsiteX7" fmla="*/ 0 w 10588505"/>
              <a:gd name="connsiteY7" fmla="*/ 477520 h 5511800"/>
              <a:gd name="connsiteX8" fmla="*/ 0 w 10588505"/>
              <a:gd name="connsiteY8" fmla="*/ 0 h 5511800"/>
              <a:gd name="connsiteX0" fmla="*/ 0 w 10588505"/>
              <a:gd name="connsiteY0" fmla="*/ 2823 h 5514623"/>
              <a:gd name="connsiteX1" fmla="*/ 3362211 w 10588505"/>
              <a:gd name="connsiteY1" fmla="*/ 698783 h 5514623"/>
              <a:gd name="connsiteX2" fmla="*/ 7022351 w 10588505"/>
              <a:gd name="connsiteY2" fmla="*/ 3365783 h 5514623"/>
              <a:gd name="connsiteX3" fmla="*/ 10588505 w 10588505"/>
              <a:gd name="connsiteY3" fmla="*/ 5016783 h 5514623"/>
              <a:gd name="connsiteX4" fmla="*/ 10578345 w 10588505"/>
              <a:gd name="connsiteY4" fmla="*/ 5514623 h 5514623"/>
              <a:gd name="connsiteX5" fmla="*/ 6775971 w 10588505"/>
              <a:gd name="connsiteY5" fmla="*/ 3787423 h 5514623"/>
              <a:gd name="connsiteX6" fmla="*/ 3496831 w 10588505"/>
              <a:gd name="connsiteY6" fmla="*/ 1260123 h 5514623"/>
              <a:gd name="connsiteX7" fmla="*/ 0 w 10588505"/>
              <a:gd name="connsiteY7" fmla="*/ 480343 h 5514623"/>
              <a:gd name="connsiteX8" fmla="*/ 0 w 10588505"/>
              <a:gd name="connsiteY8" fmla="*/ 2823 h 5514623"/>
              <a:gd name="connsiteX0" fmla="*/ 0 w 10588505"/>
              <a:gd name="connsiteY0" fmla="*/ 2823 h 5514623"/>
              <a:gd name="connsiteX1" fmla="*/ 3362211 w 10588505"/>
              <a:gd name="connsiteY1" fmla="*/ 698783 h 5514623"/>
              <a:gd name="connsiteX2" fmla="*/ 7022351 w 10588505"/>
              <a:gd name="connsiteY2" fmla="*/ 3365783 h 5514623"/>
              <a:gd name="connsiteX3" fmla="*/ 10588505 w 10588505"/>
              <a:gd name="connsiteY3" fmla="*/ 5016783 h 5514623"/>
              <a:gd name="connsiteX4" fmla="*/ 10578345 w 10588505"/>
              <a:gd name="connsiteY4" fmla="*/ 5514623 h 5514623"/>
              <a:gd name="connsiteX5" fmla="*/ 6775971 w 10588505"/>
              <a:gd name="connsiteY5" fmla="*/ 3787423 h 5514623"/>
              <a:gd name="connsiteX6" fmla="*/ 3496831 w 10588505"/>
              <a:gd name="connsiteY6" fmla="*/ 1260123 h 5514623"/>
              <a:gd name="connsiteX7" fmla="*/ 0 w 10588505"/>
              <a:gd name="connsiteY7" fmla="*/ 480343 h 5514623"/>
              <a:gd name="connsiteX8" fmla="*/ 0 w 10588505"/>
              <a:gd name="connsiteY8" fmla="*/ 2823 h 5514623"/>
              <a:gd name="connsiteX0" fmla="*/ 0 w 10588505"/>
              <a:gd name="connsiteY0" fmla="*/ 2823 h 5514623"/>
              <a:gd name="connsiteX1" fmla="*/ 3362211 w 10588505"/>
              <a:gd name="connsiteY1" fmla="*/ 698783 h 5514623"/>
              <a:gd name="connsiteX2" fmla="*/ 7022351 w 10588505"/>
              <a:gd name="connsiteY2" fmla="*/ 3365783 h 5514623"/>
              <a:gd name="connsiteX3" fmla="*/ 10588505 w 10588505"/>
              <a:gd name="connsiteY3" fmla="*/ 5016783 h 5514623"/>
              <a:gd name="connsiteX4" fmla="*/ 10578345 w 10588505"/>
              <a:gd name="connsiteY4" fmla="*/ 5514623 h 5514623"/>
              <a:gd name="connsiteX5" fmla="*/ 6775971 w 10588505"/>
              <a:gd name="connsiteY5" fmla="*/ 3787423 h 5514623"/>
              <a:gd name="connsiteX6" fmla="*/ 3496831 w 10588505"/>
              <a:gd name="connsiteY6" fmla="*/ 1260123 h 5514623"/>
              <a:gd name="connsiteX7" fmla="*/ 0 w 10588505"/>
              <a:gd name="connsiteY7" fmla="*/ 480343 h 5514623"/>
              <a:gd name="connsiteX8" fmla="*/ 0 w 10588505"/>
              <a:gd name="connsiteY8" fmla="*/ 2823 h 5514623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528485"/>
              <a:gd name="connsiteX1" fmla="*/ 3362211 w 10588505"/>
              <a:gd name="connsiteY1" fmla="*/ 712645 h 5528485"/>
              <a:gd name="connsiteX2" fmla="*/ 7022351 w 10588505"/>
              <a:gd name="connsiteY2" fmla="*/ 3379645 h 5528485"/>
              <a:gd name="connsiteX3" fmla="*/ 10588505 w 10588505"/>
              <a:gd name="connsiteY3" fmla="*/ 5030645 h 5528485"/>
              <a:gd name="connsiteX4" fmla="*/ 10578345 w 10588505"/>
              <a:gd name="connsiteY4" fmla="*/ 5528485 h 5528485"/>
              <a:gd name="connsiteX5" fmla="*/ 6775971 w 10588505"/>
              <a:gd name="connsiteY5" fmla="*/ 3801285 h 5528485"/>
              <a:gd name="connsiteX6" fmla="*/ 3496831 w 10588505"/>
              <a:gd name="connsiteY6" fmla="*/ 1273985 h 5528485"/>
              <a:gd name="connsiteX7" fmla="*/ 0 w 10588505"/>
              <a:gd name="connsiteY7" fmla="*/ 494205 h 5528485"/>
              <a:gd name="connsiteX8" fmla="*/ 0 w 10588505"/>
              <a:gd name="connsiteY8" fmla="*/ 16685 h 5528485"/>
              <a:gd name="connsiteX0" fmla="*/ 0 w 10588505"/>
              <a:gd name="connsiteY0" fmla="*/ 16685 h 5487541"/>
              <a:gd name="connsiteX1" fmla="*/ 3362211 w 10588505"/>
              <a:gd name="connsiteY1" fmla="*/ 712645 h 5487541"/>
              <a:gd name="connsiteX2" fmla="*/ 7022351 w 10588505"/>
              <a:gd name="connsiteY2" fmla="*/ 3379645 h 5487541"/>
              <a:gd name="connsiteX3" fmla="*/ 10588505 w 10588505"/>
              <a:gd name="connsiteY3" fmla="*/ 5030645 h 5487541"/>
              <a:gd name="connsiteX4" fmla="*/ 10585169 w 10588505"/>
              <a:gd name="connsiteY4" fmla="*/ 5487541 h 5487541"/>
              <a:gd name="connsiteX5" fmla="*/ 6775971 w 10588505"/>
              <a:gd name="connsiteY5" fmla="*/ 3801285 h 5487541"/>
              <a:gd name="connsiteX6" fmla="*/ 3496831 w 10588505"/>
              <a:gd name="connsiteY6" fmla="*/ 1273985 h 5487541"/>
              <a:gd name="connsiteX7" fmla="*/ 0 w 10588505"/>
              <a:gd name="connsiteY7" fmla="*/ 494205 h 5487541"/>
              <a:gd name="connsiteX8" fmla="*/ 0 w 10588505"/>
              <a:gd name="connsiteY8" fmla="*/ 16685 h 5487541"/>
              <a:gd name="connsiteX0" fmla="*/ 0 w 10588505"/>
              <a:gd name="connsiteY0" fmla="*/ 16685 h 5487541"/>
              <a:gd name="connsiteX1" fmla="*/ 3362211 w 10588505"/>
              <a:gd name="connsiteY1" fmla="*/ 712645 h 5487541"/>
              <a:gd name="connsiteX2" fmla="*/ 7022351 w 10588505"/>
              <a:gd name="connsiteY2" fmla="*/ 3379645 h 5487541"/>
              <a:gd name="connsiteX3" fmla="*/ 10588505 w 10588505"/>
              <a:gd name="connsiteY3" fmla="*/ 5030645 h 5487541"/>
              <a:gd name="connsiteX4" fmla="*/ 10585169 w 10588505"/>
              <a:gd name="connsiteY4" fmla="*/ 5487541 h 5487541"/>
              <a:gd name="connsiteX5" fmla="*/ 6775971 w 10588505"/>
              <a:gd name="connsiteY5" fmla="*/ 3801285 h 5487541"/>
              <a:gd name="connsiteX6" fmla="*/ 3496831 w 10588505"/>
              <a:gd name="connsiteY6" fmla="*/ 1273985 h 5487541"/>
              <a:gd name="connsiteX7" fmla="*/ 0 w 10588505"/>
              <a:gd name="connsiteY7" fmla="*/ 494205 h 5487541"/>
              <a:gd name="connsiteX8" fmla="*/ 0 w 10588505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16685 h 5487541"/>
              <a:gd name="connsiteX1" fmla="*/ 3362211 w 10585169"/>
              <a:gd name="connsiteY1" fmla="*/ 712645 h 5487541"/>
              <a:gd name="connsiteX2" fmla="*/ 7022351 w 10585169"/>
              <a:gd name="connsiteY2" fmla="*/ 3379645 h 5487541"/>
              <a:gd name="connsiteX3" fmla="*/ 10574858 w 10585169"/>
              <a:gd name="connsiteY3" fmla="*/ 4996525 h 5487541"/>
              <a:gd name="connsiteX4" fmla="*/ 10585169 w 10585169"/>
              <a:gd name="connsiteY4" fmla="*/ 5487541 h 5487541"/>
              <a:gd name="connsiteX5" fmla="*/ 6775971 w 10585169"/>
              <a:gd name="connsiteY5" fmla="*/ 3801285 h 5487541"/>
              <a:gd name="connsiteX6" fmla="*/ 3496831 w 10585169"/>
              <a:gd name="connsiteY6" fmla="*/ 1273985 h 5487541"/>
              <a:gd name="connsiteX7" fmla="*/ 0 w 10585169"/>
              <a:gd name="connsiteY7" fmla="*/ 494205 h 5487541"/>
              <a:gd name="connsiteX8" fmla="*/ 0 w 10585169"/>
              <a:gd name="connsiteY8" fmla="*/ 16685 h 5487541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75971 w 10585169"/>
              <a:gd name="connsiteY5" fmla="*/ 37846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86131 w 10585169"/>
              <a:gd name="connsiteY5" fmla="*/ 37592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86131 w 10585169"/>
              <a:gd name="connsiteY5" fmla="*/ 3759200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496831 w 10585169"/>
              <a:gd name="connsiteY6" fmla="*/ 1257300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2115 w 10585169"/>
              <a:gd name="connsiteY6" fmla="*/ 1161765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22351 w 10585169"/>
              <a:gd name="connsiteY2" fmla="*/ 3362960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2115 w 10585169"/>
              <a:gd name="connsiteY6" fmla="*/ 1161765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52831 w 10585169"/>
              <a:gd name="connsiteY2" fmla="*/ 3315647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792955 w 10585169"/>
              <a:gd name="connsiteY5" fmla="*/ 3731904 h 5470856"/>
              <a:gd name="connsiteX6" fmla="*/ 3292115 w 10585169"/>
              <a:gd name="connsiteY6" fmla="*/ 1161765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52831 w 10585169"/>
              <a:gd name="connsiteY2" fmla="*/ 3315647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853915 w 10585169"/>
              <a:gd name="connsiteY5" fmla="*/ 3668819 h 5470856"/>
              <a:gd name="connsiteX6" fmla="*/ 3292115 w 10585169"/>
              <a:gd name="connsiteY6" fmla="*/ 1161765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52831 w 10585169"/>
              <a:gd name="connsiteY2" fmla="*/ 3315647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853915 w 10585169"/>
              <a:gd name="connsiteY5" fmla="*/ 3668819 h 5470856"/>
              <a:gd name="connsiteX6" fmla="*/ 3322595 w 10585169"/>
              <a:gd name="connsiteY6" fmla="*/ 1122337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52831 w 10585169"/>
              <a:gd name="connsiteY2" fmla="*/ 3315647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853915 w 10585169"/>
              <a:gd name="connsiteY5" fmla="*/ 3668819 h 5470856"/>
              <a:gd name="connsiteX6" fmla="*/ 3322595 w 10585169"/>
              <a:gd name="connsiteY6" fmla="*/ 1122337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0856"/>
              <a:gd name="connsiteX1" fmla="*/ 3362211 w 10585169"/>
              <a:gd name="connsiteY1" fmla="*/ 695960 h 5470856"/>
              <a:gd name="connsiteX2" fmla="*/ 7052831 w 10585169"/>
              <a:gd name="connsiteY2" fmla="*/ 3315647 h 5470856"/>
              <a:gd name="connsiteX3" fmla="*/ 10574858 w 10585169"/>
              <a:gd name="connsiteY3" fmla="*/ 4979840 h 5470856"/>
              <a:gd name="connsiteX4" fmla="*/ 10585169 w 10585169"/>
              <a:gd name="connsiteY4" fmla="*/ 5470856 h 5470856"/>
              <a:gd name="connsiteX5" fmla="*/ 6853915 w 10585169"/>
              <a:gd name="connsiteY5" fmla="*/ 3668819 h 5470856"/>
              <a:gd name="connsiteX6" fmla="*/ 3322595 w 10585169"/>
              <a:gd name="connsiteY6" fmla="*/ 1122337 h 5470856"/>
              <a:gd name="connsiteX7" fmla="*/ 0 w 10585169"/>
              <a:gd name="connsiteY7" fmla="*/ 477520 h 5470856"/>
              <a:gd name="connsiteX8" fmla="*/ 0 w 10585169"/>
              <a:gd name="connsiteY8" fmla="*/ 0 h 5470856"/>
              <a:gd name="connsiteX0" fmla="*/ 0 w 10585169"/>
              <a:gd name="connsiteY0" fmla="*/ 0 h 5472702"/>
              <a:gd name="connsiteX1" fmla="*/ 3362211 w 10585169"/>
              <a:gd name="connsiteY1" fmla="*/ 695960 h 5472702"/>
              <a:gd name="connsiteX2" fmla="*/ 7052831 w 10585169"/>
              <a:gd name="connsiteY2" fmla="*/ 3315647 h 5472702"/>
              <a:gd name="connsiteX3" fmla="*/ 10574858 w 10585169"/>
              <a:gd name="connsiteY3" fmla="*/ 4979840 h 5472702"/>
              <a:gd name="connsiteX4" fmla="*/ 10585169 w 10585169"/>
              <a:gd name="connsiteY4" fmla="*/ 5470856 h 5472702"/>
              <a:gd name="connsiteX5" fmla="*/ 6853915 w 10585169"/>
              <a:gd name="connsiteY5" fmla="*/ 3668819 h 5472702"/>
              <a:gd name="connsiteX6" fmla="*/ 3322595 w 10585169"/>
              <a:gd name="connsiteY6" fmla="*/ 1122337 h 5472702"/>
              <a:gd name="connsiteX7" fmla="*/ 0 w 10585169"/>
              <a:gd name="connsiteY7" fmla="*/ 477520 h 5472702"/>
              <a:gd name="connsiteX8" fmla="*/ 0 w 10585169"/>
              <a:gd name="connsiteY8" fmla="*/ 0 h 5472702"/>
              <a:gd name="connsiteX0" fmla="*/ 0 w 10585169"/>
              <a:gd name="connsiteY0" fmla="*/ 0 h 5472702"/>
              <a:gd name="connsiteX1" fmla="*/ 3362211 w 10585169"/>
              <a:gd name="connsiteY1" fmla="*/ 695960 h 5472702"/>
              <a:gd name="connsiteX2" fmla="*/ 7090931 w 10585169"/>
              <a:gd name="connsiteY2" fmla="*/ 3284105 h 5472702"/>
              <a:gd name="connsiteX3" fmla="*/ 10574858 w 10585169"/>
              <a:gd name="connsiteY3" fmla="*/ 4979840 h 5472702"/>
              <a:gd name="connsiteX4" fmla="*/ 10585169 w 10585169"/>
              <a:gd name="connsiteY4" fmla="*/ 5470856 h 5472702"/>
              <a:gd name="connsiteX5" fmla="*/ 6853915 w 10585169"/>
              <a:gd name="connsiteY5" fmla="*/ 3668819 h 5472702"/>
              <a:gd name="connsiteX6" fmla="*/ 3322595 w 10585169"/>
              <a:gd name="connsiteY6" fmla="*/ 1122337 h 5472702"/>
              <a:gd name="connsiteX7" fmla="*/ 0 w 10585169"/>
              <a:gd name="connsiteY7" fmla="*/ 477520 h 5472702"/>
              <a:gd name="connsiteX8" fmla="*/ 0 w 10585169"/>
              <a:gd name="connsiteY8" fmla="*/ 0 h 5472702"/>
              <a:gd name="connsiteX0" fmla="*/ 0 w 10585169"/>
              <a:gd name="connsiteY0" fmla="*/ 0 h 5472702"/>
              <a:gd name="connsiteX1" fmla="*/ 3392691 w 10585169"/>
              <a:gd name="connsiteY1" fmla="*/ 688074 h 5472702"/>
              <a:gd name="connsiteX2" fmla="*/ 7090931 w 10585169"/>
              <a:gd name="connsiteY2" fmla="*/ 3284105 h 5472702"/>
              <a:gd name="connsiteX3" fmla="*/ 10574858 w 10585169"/>
              <a:gd name="connsiteY3" fmla="*/ 4979840 h 5472702"/>
              <a:gd name="connsiteX4" fmla="*/ 10585169 w 10585169"/>
              <a:gd name="connsiteY4" fmla="*/ 5470856 h 5472702"/>
              <a:gd name="connsiteX5" fmla="*/ 6853915 w 10585169"/>
              <a:gd name="connsiteY5" fmla="*/ 3668819 h 5472702"/>
              <a:gd name="connsiteX6" fmla="*/ 3322595 w 10585169"/>
              <a:gd name="connsiteY6" fmla="*/ 1122337 h 5472702"/>
              <a:gd name="connsiteX7" fmla="*/ 0 w 10585169"/>
              <a:gd name="connsiteY7" fmla="*/ 477520 h 5472702"/>
              <a:gd name="connsiteX8" fmla="*/ 0 w 10585169"/>
              <a:gd name="connsiteY8" fmla="*/ 0 h 5472702"/>
              <a:gd name="connsiteX0" fmla="*/ 0 w 10585169"/>
              <a:gd name="connsiteY0" fmla="*/ 0 h 5472702"/>
              <a:gd name="connsiteX1" fmla="*/ 3392691 w 10585169"/>
              <a:gd name="connsiteY1" fmla="*/ 688074 h 5472702"/>
              <a:gd name="connsiteX2" fmla="*/ 7090931 w 10585169"/>
              <a:gd name="connsiteY2" fmla="*/ 3284105 h 5472702"/>
              <a:gd name="connsiteX3" fmla="*/ 10574858 w 10585169"/>
              <a:gd name="connsiteY3" fmla="*/ 4979840 h 5472702"/>
              <a:gd name="connsiteX4" fmla="*/ 10585169 w 10585169"/>
              <a:gd name="connsiteY4" fmla="*/ 5470856 h 5472702"/>
              <a:gd name="connsiteX5" fmla="*/ 6853915 w 10585169"/>
              <a:gd name="connsiteY5" fmla="*/ 3668819 h 5472702"/>
              <a:gd name="connsiteX6" fmla="*/ 3322595 w 10585169"/>
              <a:gd name="connsiteY6" fmla="*/ 1122337 h 5472702"/>
              <a:gd name="connsiteX7" fmla="*/ 0 w 10585169"/>
              <a:gd name="connsiteY7" fmla="*/ 477520 h 5472702"/>
              <a:gd name="connsiteX8" fmla="*/ 0 w 10585169"/>
              <a:gd name="connsiteY8" fmla="*/ 0 h 5472702"/>
              <a:gd name="connsiteX0" fmla="*/ 0 w 10585169"/>
              <a:gd name="connsiteY0" fmla="*/ 0 h 5472702"/>
              <a:gd name="connsiteX1" fmla="*/ 3392691 w 10585169"/>
              <a:gd name="connsiteY1" fmla="*/ 688074 h 5472702"/>
              <a:gd name="connsiteX2" fmla="*/ 7090931 w 10585169"/>
              <a:gd name="connsiteY2" fmla="*/ 3284105 h 5472702"/>
              <a:gd name="connsiteX3" fmla="*/ 10574858 w 10585169"/>
              <a:gd name="connsiteY3" fmla="*/ 4979840 h 5472702"/>
              <a:gd name="connsiteX4" fmla="*/ 10585169 w 10585169"/>
              <a:gd name="connsiteY4" fmla="*/ 5470856 h 5472702"/>
              <a:gd name="connsiteX5" fmla="*/ 6853915 w 10585169"/>
              <a:gd name="connsiteY5" fmla="*/ 3668819 h 5472702"/>
              <a:gd name="connsiteX6" fmla="*/ 3322595 w 10585169"/>
              <a:gd name="connsiteY6" fmla="*/ 1122337 h 5472702"/>
              <a:gd name="connsiteX7" fmla="*/ 0 w 10585169"/>
              <a:gd name="connsiteY7" fmla="*/ 477520 h 5472702"/>
              <a:gd name="connsiteX8" fmla="*/ 0 w 10585169"/>
              <a:gd name="connsiteY8" fmla="*/ 0 h 5472702"/>
              <a:gd name="connsiteX0" fmla="*/ 0 w 10585169"/>
              <a:gd name="connsiteY0" fmla="*/ 0 h 5441160"/>
              <a:gd name="connsiteX1" fmla="*/ 3392691 w 10585169"/>
              <a:gd name="connsiteY1" fmla="*/ 656532 h 5441160"/>
              <a:gd name="connsiteX2" fmla="*/ 7090931 w 10585169"/>
              <a:gd name="connsiteY2" fmla="*/ 3252563 h 5441160"/>
              <a:gd name="connsiteX3" fmla="*/ 10574858 w 10585169"/>
              <a:gd name="connsiteY3" fmla="*/ 4948298 h 5441160"/>
              <a:gd name="connsiteX4" fmla="*/ 10585169 w 10585169"/>
              <a:gd name="connsiteY4" fmla="*/ 5439314 h 5441160"/>
              <a:gd name="connsiteX5" fmla="*/ 6853915 w 10585169"/>
              <a:gd name="connsiteY5" fmla="*/ 3637277 h 5441160"/>
              <a:gd name="connsiteX6" fmla="*/ 3322595 w 10585169"/>
              <a:gd name="connsiteY6" fmla="*/ 1090795 h 5441160"/>
              <a:gd name="connsiteX7" fmla="*/ 0 w 10585169"/>
              <a:gd name="connsiteY7" fmla="*/ 445978 h 5441160"/>
              <a:gd name="connsiteX8" fmla="*/ 0 w 10585169"/>
              <a:gd name="connsiteY8" fmla="*/ 0 h 5441160"/>
              <a:gd name="connsiteX0" fmla="*/ 0 w 10585169"/>
              <a:gd name="connsiteY0" fmla="*/ 0 h 5441160"/>
              <a:gd name="connsiteX1" fmla="*/ 3392691 w 10585169"/>
              <a:gd name="connsiteY1" fmla="*/ 656532 h 5441160"/>
              <a:gd name="connsiteX2" fmla="*/ 7090931 w 10585169"/>
              <a:gd name="connsiteY2" fmla="*/ 3252563 h 5441160"/>
              <a:gd name="connsiteX3" fmla="*/ 10574858 w 10585169"/>
              <a:gd name="connsiteY3" fmla="*/ 4948298 h 5441160"/>
              <a:gd name="connsiteX4" fmla="*/ 10585169 w 10585169"/>
              <a:gd name="connsiteY4" fmla="*/ 5439314 h 5441160"/>
              <a:gd name="connsiteX5" fmla="*/ 6853915 w 10585169"/>
              <a:gd name="connsiteY5" fmla="*/ 3637277 h 5441160"/>
              <a:gd name="connsiteX6" fmla="*/ 3322595 w 10585169"/>
              <a:gd name="connsiteY6" fmla="*/ 1090795 h 5441160"/>
              <a:gd name="connsiteX7" fmla="*/ 0 w 10585169"/>
              <a:gd name="connsiteY7" fmla="*/ 445978 h 5441160"/>
              <a:gd name="connsiteX8" fmla="*/ 0 w 10585169"/>
              <a:gd name="connsiteY8" fmla="*/ 0 h 5441160"/>
              <a:gd name="connsiteX0" fmla="*/ 0 w 10585169"/>
              <a:gd name="connsiteY0" fmla="*/ 0 h 5441160"/>
              <a:gd name="connsiteX1" fmla="*/ 3400311 w 10585169"/>
              <a:gd name="connsiteY1" fmla="*/ 648647 h 5441160"/>
              <a:gd name="connsiteX2" fmla="*/ 7090931 w 10585169"/>
              <a:gd name="connsiteY2" fmla="*/ 3252563 h 5441160"/>
              <a:gd name="connsiteX3" fmla="*/ 10574858 w 10585169"/>
              <a:gd name="connsiteY3" fmla="*/ 4948298 h 5441160"/>
              <a:gd name="connsiteX4" fmla="*/ 10585169 w 10585169"/>
              <a:gd name="connsiteY4" fmla="*/ 5439314 h 5441160"/>
              <a:gd name="connsiteX5" fmla="*/ 6853915 w 10585169"/>
              <a:gd name="connsiteY5" fmla="*/ 3637277 h 5441160"/>
              <a:gd name="connsiteX6" fmla="*/ 3322595 w 10585169"/>
              <a:gd name="connsiteY6" fmla="*/ 1090795 h 5441160"/>
              <a:gd name="connsiteX7" fmla="*/ 0 w 10585169"/>
              <a:gd name="connsiteY7" fmla="*/ 445978 h 5441160"/>
              <a:gd name="connsiteX8" fmla="*/ 0 w 10585169"/>
              <a:gd name="connsiteY8" fmla="*/ 0 h 5441160"/>
              <a:gd name="connsiteX0" fmla="*/ 0 w 10585169"/>
              <a:gd name="connsiteY0" fmla="*/ 0 h 5441160"/>
              <a:gd name="connsiteX1" fmla="*/ 3400311 w 10585169"/>
              <a:gd name="connsiteY1" fmla="*/ 648647 h 5441160"/>
              <a:gd name="connsiteX2" fmla="*/ 7090931 w 10585169"/>
              <a:gd name="connsiteY2" fmla="*/ 3252563 h 5441160"/>
              <a:gd name="connsiteX3" fmla="*/ 10574858 w 10585169"/>
              <a:gd name="connsiteY3" fmla="*/ 4948298 h 5441160"/>
              <a:gd name="connsiteX4" fmla="*/ 10585169 w 10585169"/>
              <a:gd name="connsiteY4" fmla="*/ 5439314 h 5441160"/>
              <a:gd name="connsiteX5" fmla="*/ 6853915 w 10585169"/>
              <a:gd name="connsiteY5" fmla="*/ 3637277 h 5441160"/>
              <a:gd name="connsiteX6" fmla="*/ 3322595 w 10585169"/>
              <a:gd name="connsiteY6" fmla="*/ 1090795 h 5441160"/>
              <a:gd name="connsiteX7" fmla="*/ 0 w 10585169"/>
              <a:gd name="connsiteY7" fmla="*/ 445978 h 5441160"/>
              <a:gd name="connsiteX8" fmla="*/ 0 w 10585169"/>
              <a:gd name="connsiteY8" fmla="*/ 0 h 5441160"/>
              <a:gd name="connsiteX0" fmla="*/ 0 w 10585169"/>
              <a:gd name="connsiteY0" fmla="*/ 0 h 5441160"/>
              <a:gd name="connsiteX1" fmla="*/ 3400311 w 10585169"/>
              <a:gd name="connsiteY1" fmla="*/ 648647 h 5441160"/>
              <a:gd name="connsiteX2" fmla="*/ 7090931 w 10585169"/>
              <a:gd name="connsiteY2" fmla="*/ 3252563 h 5441160"/>
              <a:gd name="connsiteX3" fmla="*/ 10574858 w 10585169"/>
              <a:gd name="connsiteY3" fmla="*/ 4948298 h 5441160"/>
              <a:gd name="connsiteX4" fmla="*/ 10585169 w 10585169"/>
              <a:gd name="connsiteY4" fmla="*/ 5439314 h 5441160"/>
              <a:gd name="connsiteX5" fmla="*/ 6853915 w 10585169"/>
              <a:gd name="connsiteY5" fmla="*/ 3637277 h 5441160"/>
              <a:gd name="connsiteX6" fmla="*/ 3322595 w 10585169"/>
              <a:gd name="connsiteY6" fmla="*/ 1067138 h 5441160"/>
              <a:gd name="connsiteX7" fmla="*/ 0 w 10585169"/>
              <a:gd name="connsiteY7" fmla="*/ 445978 h 5441160"/>
              <a:gd name="connsiteX8" fmla="*/ 0 w 10585169"/>
              <a:gd name="connsiteY8" fmla="*/ 0 h 5441160"/>
              <a:gd name="connsiteX0" fmla="*/ 0 w 10585169"/>
              <a:gd name="connsiteY0" fmla="*/ 0 h 5441160"/>
              <a:gd name="connsiteX1" fmla="*/ 3400311 w 10585169"/>
              <a:gd name="connsiteY1" fmla="*/ 648647 h 5441160"/>
              <a:gd name="connsiteX2" fmla="*/ 7090931 w 10585169"/>
              <a:gd name="connsiteY2" fmla="*/ 3252563 h 5441160"/>
              <a:gd name="connsiteX3" fmla="*/ 10574858 w 10585169"/>
              <a:gd name="connsiteY3" fmla="*/ 4948298 h 5441160"/>
              <a:gd name="connsiteX4" fmla="*/ 10585169 w 10585169"/>
              <a:gd name="connsiteY4" fmla="*/ 5439314 h 5441160"/>
              <a:gd name="connsiteX5" fmla="*/ 6853915 w 10585169"/>
              <a:gd name="connsiteY5" fmla="*/ 3637277 h 5441160"/>
              <a:gd name="connsiteX6" fmla="*/ 3322595 w 10585169"/>
              <a:gd name="connsiteY6" fmla="*/ 1067138 h 5441160"/>
              <a:gd name="connsiteX7" fmla="*/ 0 w 10585169"/>
              <a:gd name="connsiteY7" fmla="*/ 445978 h 5441160"/>
              <a:gd name="connsiteX8" fmla="*/ 0 w 10585169"/>
              <a:gd name="connsiteY8" fmla="*/ 0 h 5441160"/>
              <a:gd name="connsiteX0" fmla="*/ 0 w 10585169"/>
              <a:gd name="connsiteY0" fmla="*/ 0 h 5441160"/>
              <a:gd name="connsiteX1" fmla="*/ 3400311 w 10585169"/>
              <a:gd name="connsiteY1" fmla="*/ 648647 h 5441160"/>
              <a:gd name="connsiteX2" fmla="*/ 7090931 w 10585169"/>
              <a:gd name="connsiteY2" fmla="*/ 3252563 h 5441160"/>
              <a:gd name="connsiteX3" fmla="*/ 10574858 w 10585169"/>
              <a:gd name="connsiteY3" fmla="*/ 4948298 h 5441160"/>
              <a:gd name="connsiteX4" fmla="*/ 10585169 w 10585169"/>
              <a:gd name="connsiteY4" fmla="*/ 5439314 h 5441160"/>
              <a:gd name="connsiteX5" fmla="*/ 6853915 w 10585169"/>
              <a:gd name="connsiteY5" fmla="*/ 3637277 h 5441160"/>
              <a:gd name="connsiteX6" fmla="*/ 3322595 w 10585169"/>
              <a:gd name="connsiteY6" fmla="*/ 1067138 h 5441160"/>
              <a:gd name="connsiteX7" fmla="*/ 0 w 10585169"/>
              <a:gd name="connsiteY7" fmla="*/ 445978 h 5441160"/>
              <a:gd name="connsiteX8" fmla="*/ 0 w 10585169"/>
              <a:gd name="connsiteY8" fmla="*/ 0 h 5441160"/>
              <a:gd name="connsiteX0" fmla="*/ 0 w 10585169"/>
              <a:gd name="connsiteY0" fmla="*/ 0 h 5441160"/>
              <a:gd name="connsiteX1" fmla="*/ 3400311 w 10585169"/>
              <a:gd name="connsiteY1" fmla="*/ 648647 h 5441160"/>
              <a:gd name="connsiteX2" fmla="*/ 7090931 w 10585169"/>
              <a:gd name="connsiteY2" fmla="*/ 3252563 h 5441160"/>
              <a:gd name="connsiteX3" fmla="*/ 10574858 w 10585169"/>
              <a:gd name="connsiteY3" fmla="*/ 4948298 h 5441160"/>
              <a:gd name="connsiteX4" fmla="*/ 10585169 w 10585169"/>
              <a:gd name="connsiteY4" fmla="*/ 5439314 h 5441160"/>
              <a:gd name="connsiteX5" fmla="*/ 6853915 w 10585169"/>
              <a:gd name="connsiteY5" fmla="*/ 3637277 h 5441160"/>
              <a:gd name="connsiteX6" fmla="*/ 3322595 w 10585169"/>
              <a:gd name="connsiteY6" fmla="*/ 1067138 h 5441160"/>
              <a:gd name="connsiteX7" fmla="*/ 0 w 10585169"/>
              <a:gd name="connsiteY7" fmla="*/ 445978 h 5441160"/>
              <a:gd name="connsiteX8" fmla="*/ 0 w 10585169"/>
              <a:gd name="connsiteY8" fmla="*/ 0 h 5441160"/>
              <a:gd name="connsiteX0" fmla="*/ 0 w 10585169"/>
              <a:gd name="connsiteY0" fmla="*/ 0 h 5441160"/>
              <a:gd name="connsiteX1" fmla="*/ 3400311 w 10585169"/>
              <a:gd name="connsiteY1" fmla="*/ 640761 h 5441160"/>
              <a:gd name="connsiteX2" fmla="*/ 7090931 w 10585169"/>
              <a:gd name="connsiteY2" fmla="*/ 3252563 h 5441160"/>
              <a:gd name="connsiteX3" fmla="*/ 10574858 w 10585169"/>
              <a:gd name="connsiteY3" fmla="*/ 4948298 h 5441160"/>
              <a:gd name="connsiteX4" fmla="*/ 10585169 w 10585169"/>
              <a:gd name="connsiteY4" fmla="*/ 5439314 h 5441160"/>
              <a:gd name="connsiteX5" fmla="*/ 6853915 w 10585169"/>
              <a:gd name="connsiteY5" fmla="*/ 3637277 h 5441160"/>
              <a:gd name="connsiteX6" fmla="*/ 3322595 w 10585169"/>
              <a:gd name="connsiteY6" fmla="*/ 1067138 h 5441160"/>
              <a:gd name="connsiteX7" fmla="*/ 0 w 10585169"/>
              <a:gd name="connsiteY7" fmla="*/ 445978 h 5441160"/>
              <a:gd name="connsiteX8" fmla="*/ 0 w 10585169"/>
              <a:gd name="connsiteY8" fmla="*/ 0 h 5441160"/>
              <a:gd name="connsiteX0" fmla="*/ 0 w 10585169"/>
              <a:gd name="connsiteY0" fmla="*/ 0 h 5385961"/>
              <a:gd name="connsiteX1" fmla="*/ 3400311 w 10585169"/>
              <a:gd name="connsiteY1" fmla="*/ 585562 h 5385961"/>
              <a:gd name="connsiteX2" fmla="*/ 7090931 w 10585169"/>
              <a:gd name="connsiteY2" fmla="*/ 3197364 h 5385961"/>
              <a:gd name="connsiteX3" fmla="*/ 10574858 w 10585169"/>
              <a:gd name="connsiteY3" fmla="*/ 4893099 h 5385961"/>
              <a:gd name="connsiteX4" fmla="*/ 10585169 w 10585169"/>
              <a:gd name="connsiteY4" fmla="*/ 5384115 h 5385961"/>
              <a:gd name="connsiteX5" fmla="*/ 6853915 w 10585169"/>
              <a:gd name="connsiteY5" fmla="*/ 3582078 h 5385961"/>
              <a:gd name="connsiteX6" fmla="*/ 3322595 w 10585169"/>
              <a:gd name="connsiteY6" fmla="*/ 1011939 h 5385961"/>
              <a:gd name="connsiteX7" fmla="*/ 0 w 10585169"/>
              <a:gd name="connsiteY7" fmla="*/ 390779 h 5385961"/>
              <a:gd name="connsiteX8" fmla="*/ 0 w 10585169"/>
              <a:gd name="connsiteY8" fmla="*/ 0 h 5385961"/>
              <a:gd name="connsiteX0" fmla="*/ 0 w 10585169"/>
              <a:gd name="connsiteY0" fmla="*/ 16397 h 5402358"/>
              <a:gd name="connsiteX1" fmla="*/ 3400311 w 10585169"/>
              <a:gd name="connsiteY1" fmla="*/ 601959 h 5402358"/>
              <a:gd name="connsiteX2" fmla="*/ 7090931 w 10585169"/>
              <a:gd name="connsiteY2" fmla="*/ 3213761 h 5402358"/>
              <a:gd name="connsiteX3" fmla="*/ 10574858 w 10585169"/>
              <a:gd name="connsiteY3" fmla="*/ 4909496 h 5402358"/>
              <a:gd name="connsiteX4" fmla="*/ 10585169 w 10585169"/>
              <a:gd name="connsiteY4" fmla="*/ 5400512 h 5402358"/>
              <a:gd name="connsiteX5" fmla="*/ 6853915 w 10585169"/>
              <a:gd name="connsiteY5" fmla="*/ 3598475 h 5402358"/>
              <a:gd name="connsiteX6" fmla="*/ 3322595 w 10585169"/>
              <a:gd name="connsiteY6" fmla="*/ 1028336 h 5402358"/>
              <a:gd name="connsiteX7" fmla="*/ 0 w 10585169"/>
              <a:gd name="connsiteY7" fmla="*/ 407176 h 5402358"/>
              <a:gd name="connsiteX8" fmla="*/ 0 w 10585169"/>
              <a:gd name="connsiteY8" fmla="*/ 16397 h 5402358"/>
              <a:gd name="connsiteX0" fmla="*/ 0 w 10585169"/>
              <a:gd name="connsiteY0" fmla="*/ 16397 h 5402358"/>
              <a:gd name="connsiteX1" fmla="*/ 3400311 w 10585169"/>
              <a:gd name="connsiteY1" fmla="*/ 601959 h 5402358"/>
              <a:gd name="connsiteX2" fmla="*/ 7090931 w 10585169"/>
              <a:gd name="connsiteY2" fmla="*/ 3213761 h 5402358"/>
              <a:gd name="connsiteX3" fmla="*/ 10574858 w 10585169"/>
              <a:gd name="connsiteY3" fmla="*/ 4909496 h 5402358"/>
              <a:gd name="connsiteX4" fmla="*/ 10585169 w 10585169"/>
              <a:gd name="connsiteY4" fmla="*/ 5400512 h 5402358"/>
              <a:gd name="connsiteX5" fmla="*/ 6853915 w 10585169"/>
              <a:gd name="connsiteY5" fmla="*/ 3598475 h 5402358"/>
              <a:gd name="connsiteX6" fmla="*/ 3322595 w 10585169"/>
              <a:gd name="connsiteY6" fmla="*/ 1028336 h 5402358"/>
              <a:gd name="connsiteX7" fmla="*/ 0 w 10585169"/>
              <a:gd name="connsiteY7" fmla="*/ 446604 h 5402358"/>
              <a:gd name="connsiteX8" fmla="*/ 0 w 10585169"/>
              <a:gd name="connsiteY8" fmla="*/ 16397 h 5402358"/>
              <a:gd name="connsiteX0" fmla="*/ 0 w 10585169"/>
              <a:gd name="connsiteY0" fmla="*/ 16397 h 5402358"/>
              <a:gd name="connsiteX1" fmla="*/ 3400311 w 10585169"/>
              <a:gd name="connsiteY1" fmla="*/ 601959 h 5402358"/>
              <a:gd name="connsiteX2" fmla="*/ 7090931 w 10585169"/>
              <a:gd name="connsiteY2" fmla="*/ 3213761 h 5402358"/>
              <a:gd name="connsiteX3" fmla="*/ 10574858 w 10585169"/>
              <a:gd name="connsiteY3" fmla="*/ 4909496 h 5402358"/>
              <a:gd name="connsiteX4" fmla="*/ 10585169 w 10585169"/>
              <a:gd name="connsiteY4" fmla="*/ 5400512 h 5402358"/>
              <a:gd name="connsiteX5" fmla="*/ 6853915 w 10585169"/>
              <a:gd name="connsiteY5" fmla="*/ 3598475 h 5402358"/>
              <a:gd name="connsiteX6" fmla="*/ 3322595 w 10585169"/>
              <a:gd name="connsiteY6" fmla="*/ 1028336 h 5402358"/>
              <a:gd name="connsiteX7" fmla="*/ 0 w 10585169"/>
              <a:gd name="connsiteY7" fmla="*/ 446604 h 5402358"/>
              <a:gd name="connsiteX8" fmla="*/ 0 w 10585169"/>
              <a:gd name="connsiteY8" fmla="*/ 16397 h 5402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85169" h="5402358">
                <a:moveTo>
                  <a:pt x="0" y="16397"/>
                </a:moveTo>
                <a:cubicBezTo>
                  <a:pt x="653870" y="20768"/>
                  <a:pt x="1103819" y="-163239"/>
                  <a:pt x="3400311" y="601959"/>
                </a:cubicBezTo>
                <a:cubicBezTo>
                  <a:pt x="4422011" y="1059845"/>
                  <a:pt x="4431046" y="823507"/>
                  <a:pt x="7090931" y="3213761"/>
                </a:cubicBezTo>
                <a:cubicBezTo>
                  <a:pt x="8500288" y="4298631"/>
                  <a:pt x="9643172" y="4855031"/>
                  <a:pt x="10574858" y="4909496"/>
                </a:cubicBezTo>
                <a:lnTo>
                  <a:pt x="10585169" y="5400512"/>
                </a:lnTo>
                <a:cubicBezTo>
                  <a:pt x="10196740" y="5420734"/>
                  <a:pt x="8985391" y="5303182"/>
                  <a:pt x="6853915" y="3598475"/>
                </a:cubicBezTo>
                <a:cubicBezTo>
                  <a:pt x="5811668" y="2679842"/>
                  <a:pt x="5099964" y="1770380"/>
                  <a:pt x="3322595" y="1028336"/>
                </a:cubicBezTo>
                <a:cubicBezTo>
                  <a:pt x="1041053" y="219314"/>
                  <a:pt x="428632" y="466634"/>
                  <a:pt x="0" y="446604"/>
                </a:cubicBezTo>
                <a:lnTo>
                  <a:pt x="0" y="16397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0F475767-4814-4389-8F29-5DB243A393C9}"/>
              </a:ext>
            </a:extLst>
          </p:cNvPr>
          <p:cNvSpPr/>
          <p:nvPr/>
        </p:nvSpPr>
        <p:spPr>
          <a:xfrm>
            <a:off x="112568" y="586741"/>
            <a:ext cx="99001" cy="13956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F2A4A9EA-D7F5-4A26-AB9A-57907DE829C0}"/>
              </a:ext>
            </a:extLst>
          </p:cNvPr>
          <p:cNvSpPr/>
          <p:nvPr/>
        </p:nvSpPr>
        <p:spPr>
          <a:xfrm>
            <a:off x="10723220" y="5333729"/>
            <a:ext cx="124265" cy="1470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椭圆 202">
            <a:extLst>
              <a:ext uri="{FF2B5EF4-FFF2-40B4-BE49-F238E27FC236}">
                <a16:creationId xmlns:a16="http://schemas.microsoft.com/office/drawing/2014/main" id="{1DA76BE9-849D-4D86-B16A-12A30C4E52AF}"/>
              </a:ext>
            </a:extLst>
          </p:cNvPr>
          <p:cNvSpPr/>
          <p:nvPr/>
        </p:nvSpPr>
        <p:spPr>
          <a:xfrm>
            <a:off x="10423229" y="6376156"/>
            <a:ext cx="2024478" cy="3107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设备全生命周期</a:t>
            </a:r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2BA766DC-EBBC-4483-9905-D3AFA4B80607}"/>
              </a:ext>
            </a:extLst>
          </p:cNvPr>
          <p:cNvSpPr txBox="1"/>
          <p:nvPr/>
        </p:nvSpPr>
        <p:spPr>
          <a:xfrm rot="1613464">
            <a:off x="3286663" y="1980101"/>
            <a:ext cx="155026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认知制造</a:t>
            </a: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2C920DE2-22B9-4253-928A-BDD2A22700C6}"/>
              </a:ext>
            </a:extLst>
          </p:cNvPr>
          <p:cNvSpPr txBox="1"/>
          <p:nvPr/>
        </p:nvSpPr>
        <p:spPr>
          <a:xfrm rot="269829">
            <a:off x="524039" y="1150751"/>
            <a:ext cx="155026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增量式发展</a:t>
            </a: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9AEB7A07-531A-4967-8630-145BA5B8FD8A}"/>
              </a:ext>
            </a:extLst>
          </p:cNvPr>
          <p:cNvSpPr txBox="1"/>
          <p:nvPr/>
        </p:nvSpPr>
        <p:spPr>
          <a:xfrm rot="275090">
            <a:off x="584421" y="750872"/>
            <a:ext cx="155026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可靠性设计</a:t>
            </a: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0355070B-E81C-4694-80DF-DD8434BC75C2}"/>
              </a:ext>
            </a:extLst>
          </p:cNvPr>
          <p:cNvSpPr txBox="1"/>
          <p:nvPr/>
        </p:nvSpPr>
        <p:spPr>
          <a:xfrm rot="1445477">
            <a:off x="3550447" y="1637594"/>
            <a:ext cx="155026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零缺陷生产</a:t>
            </a:r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DAD3BFDB-DE8F-45F9-BDF0-AACB7B52462B}"/>
              </a:ext>
            </a:extLst>
          </p:cNvPr>
          <p:cNvSpPr txBox="1"/>
          <p:nvPr/>
        </p:nvSpPr>
        <p:spPr>
          <a:xfrm rot="1342711">
            <a:off x="8346347" y="5492917"/>
            <a:ext cx="155026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状态修</a:t>
            </a:r>
          </a:p>
        </p:txBody>
      </p:sp>
      <p:sp>
        <p:nvSpPr>
          <p:cNvPr id="265" name="文本框 264">
            <a:extLst>
              <a:ext uri="{FF2B5EF4-FFF2-40B4-BE49-F238E27FC236}">
                <a16:creationId xmlns:a16="http://schemas.microsoft.com/office/drawing/2014/main" id="{D2526606-78F4-4728-A01A-D39B44459147}"/>
              </a:ext>
            </a:extLst>
          </p:cNvPr>
          <p:cNvSpPr txBox="1"/>
          <p:nvPr/>
        </p:nvSpPr>
        <p:spPr>
          <a:xfrm rot="1342711">
            <a:off x="8502341" y="5094982"/>
            <a:ext cx="155026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预测修</a:t>
            </a:r>
          </a:p>
        </p:txBody>
      </p:sp>
      <p:sp>
        <p:nvSpPr>
          <p:cNvPr id="269" name="文本框 12">
            <a:extLst>
              <a:ext uri="{FF2B5EF4-FFF2-40B4-BE49-F238E27FC236}">
                <a16:creationId xmlns:a16="http://schemas.microsoft.com/office/drawing/2014/main" id="{C5E7F10E-1B7F-4FF7-B8B6-86A04ABE63E5}"/>
              </a:ext>
            </a:extLst>
          </p:cNvPr>
          <p:cNvSpPr txBox="1"/>
          <p:nvPr/>
        </p:nvSpPr>
        <p:spPr>
          <a:xfrm rot="2423089">
            <a:off x="5918332" y="3437483"/>
            <a:ext cx="1654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70000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预测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/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健康管理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CDD62856-AA03-4D76-BA2E-A869CC9126AD}"/>
              </a:ext>
            </a:extLst>
          </p:cNvPr>
          <p:cNvCxnSpPr>
            <a:cxnSpLocks/>
          </p:cNvCxnSpPr>
          <p:nvPr/>
        </p:nvCxnSpPr>
        <p:spPr>
          <a:xfrm>
            <a:off x="4476723" y="1299577"/>
            <a:ext cx="0" cy="249985"/>
          </a:xfrm>
          <a:prstGeom prst="line">
            <a:avLst/>
          </a:prstGeom>
          <a:noFill/>
          <a:ln w="12700">
            <a:solidFill>
              <a:schemeClr val="bg2">
                <a:lumMod val="50000"/>
              </a:schemeClr>
            </a:solidFill>
            <a:head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851432B4-0316-41E9-92F2-C619B73D67E4}"/>
              </a:ext>
            </a:extLst>
          </p:cNvPr>
          <p:cNvCxnSpPr>
            <a:cxnSpLocks/>
          </p:cNvCxnSpPr>
          <p:nvPr/>
        </p:nvCxnSpPr>
        <p:spPr>
          <a:xfrm>
            <a:off x="4472933" y="1299577"/>
            <a:ext cx="874304" cy="0"/>
          </a:xfrm>
          <a:prstGeom prst="line">
            <a:avLst/>
          </a:prstGeom>
          <a:noFill/>
          <a:ln w="12700">
            <a:solidFill>
              <a:schemeClr val="bg2">
                <a:lumMod val="50000"/>
              </a:schemeClr>
            </a:solidFill>
            <a:head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E7B942AF-F6E4-4A09-B9DD-D2F1BA1DCA51}"/>
              </a:ext>
            </a:extLst>
          </p:cNvPr>
          <p:cNvSpPr txBox="1"/>
          <p:nvPr/>
        </p:nvSpPr>
        <p:spPr>
          <a:xfrm>
            <a:off x="4462622" y="1045635"/>
            <a:ext cx="8502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典型应用</a:t>
            </a:r>
          </a:p>
        </p:txBody>
      </p: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A0AD12AD-2673-4303-91F5-B401E525DA25}"/>
              </a:ext>
            </a:extLst>
          </p:cNvPr>
          <p:cNvCxnSpPr>
            <a:cxnSpLocks/>
          </p:cNvCxnSpPr>
          <p:nvPr/>
        </p:nvCxnSpPr>
        <p:spPr>
          <a:xfrm>
            <a:off x="9260075" y="4413064"/>
            <a:ext cx="0" cy="487251"/>
          </a:xfrm>
          <a:prstGeom prst="line">
            <a:avLst/>
          </a:prstGeom>
          <a:noFill/>
          <a:ln w="12700">
            <a:solidFill>
              <a:schemeClr val="bg2">
                <a:lumMod val="50000"/>
              </a:schemeClr>
            </a:solidFill>
            <a:head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4" name="直接连接符 273">
            <a:extLst>
              <a:ext uri="{FF2B5EF4-FFF2-40B4-BE49-F238E27FC236}">
                <a16:creationId xmlns:a16="http://schemas.microsoft.com/office/drawing/2014/main" id="{3BA63036-B46A-4090-98D1-A853B4E8F005}"/>
              </a:ext>
            </a:extLst>
          </p:cNvPr>
          <p:cNvCxnSpPr>
            <a:cxnSpLocks/>
          </p:cNvCxnSpPr>
          <p:nvPr/>
        </p:nvCxnSpPr>
        <p:spPr>
          <a:xfrm>
            <a:off x="9256285" y="4419324"/>
            <a:ext cx="874304" cy="0"/>
          </a:xfrm>
          <a:prstGeom prst="line">
            <a:avLst/>
          </a:prstGeom>
          <a:noFill/>
          <a:ln w="12700">
            <a:solidFill>
              <a:schemeClr val="bg2">
                <a:lumMod val="50000"/>
              </a:schemeClr>
            </a:solidFill>
            <a:head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5" name="文本框 274">
            <a:extLst>
              <a:ext uri="{FF2B5EF4-FFF2-40B4-BE49-F238E27FC236}">
                <a16:creationId xmlns:a16="http://schemas.microsoft.com/office/drawing/2014/main" id="{AA22ED43-9A4E-4BA1-AA02-27A22D3E0D0A}"/>
              </a:ext>
            </a:extLst>
          </p:cNvPr>
          <p:cNvSpPr txBox="1"/>
          <p:nvPr/>
        </p:nvSpPr>
        <p:spPr>
          <a:xfrm>
            <a:off x="9245974" y="4165382"/>
            <a:ext cx="8502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基本目标</a:t>
            </a:r>
          </a:p>
        </p:txBody>
      </p:sp>
      <p:cxnSp>
        <p:nvCxnSpPr>
          <p:cNvPr id="276" name="直接连接符 275">
            <a:extLst>
              <a:ext uri="{FF2B5EF4-FFF2-40B4-BE49-F238E27FC236}">
                <a16:creationId xmlns:a16="http://schemas.microsoft.com/office/drawing/2014/main" id="{3FB386A4-092D-436C-B0CD-106FCDE8FD33}"/>
              </a:ext>
            </a:extLst>
          </p:cNvPr>
          <p:cNvCxnSpPr>
            <a:cxnSpLocks/>
          </p:cNvCxnSpPr>
          <p:nvPr/>
        </p:nvCxnSpPr>
        <p:spPr>
          <a:xfrm>
            <a:off x="6879640" y="3072778"/>
            <a:ext cx="0" cy="327097"/>
          </a:xfrm>
          <a:prstGeom prst="line">
            <a:avLst/>
          </a:prstGeom>
          <a:noFill/>
          <a:ln w="12700">
            <a:solidFill>
              <a:schemeClr val="bg2">
                <a:lumMod val="50000"/>
              </a:schemeClr>
            </a:solidFill>
            <a:head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直接连接符 277">
            <a:extLst>
              <a:ext uri="{FF2B5EF4-FFF2-40B4-BE49-F238E27FC236}">
                <a16:creationId xmlns:a16="http://schemas.microsoft.com/office/drawing/2014/main" id="{D6F3235D-ECB8-40BF-BA0D-506059E572AC}"/>
              </a:ext>
            </a:extLst>
          </p:cNvPr>
          <p:cNvCxnSpPr>
            <a:cxnSpLocks/>
          </p:cNvCxnSpPr>
          <p:nvPr/>
        </p:nvCxnSpPr>
        <p:spPr>
          <a:xfrm>
            <a:off x="6879640" y="3076599"/>
            <a:ext cx="618440" cy="0"/>
          </a:xfrm>
          <a:prstGeom prst="line">
            <a:avLst/>
          </a:prstGeom>
          <a:noFill/>
          <a:ln w="12700">
            <a:solidFill>
              <a:schemeClr val="bg2">
                <a:lumMod val="50000"/>
              </a:schemeClr>
            </a:solidFill>
            <a:head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9" name="文本框 298">
            <a:extLst>
              <a:ext uri="{FF2B5EF4-FFF2-40B4-BE49-F238E27FC236}">
                <a16:creationId xmlns:a16="http://schemas.microsoft.com/office/drawing/2014/main" id="{D9EAE1E1-09C1-4FCC-9C23-B96639F7E7F1}"/>
              </a:ext>
            </a:extLst>
          </p:cNvPr>
          <p:cNvSpPr txBox="1"/>
          <p:nvPr/>
        </p:nvSpPr>
        <p:spPr>
          <a:xfrm>
            <a:off x="6754116" y="2795553"/>
            <a:ext cx="8502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方法流程</a:t>
            </a:r>
          </a:p>
        </p:txBody>
      </p:sp>
      <p:sp>
        <p:nvSpPr>
          <p:cNvPr id="305" name="十字形 304">
            <a:extLst>
              <a:ext uri="{FF2B5EF4-FFF2-40B4-BE49-F238E27FC236}">
                <a16:creationId xmlns:a16="http://schemas.microsoft.com/office/drawing/2014/main" id="{94B0F7B6-B86F-43D2-95DD-8A4B82FB6903}"/>
              </a:ext>
            </a:extLst>
          </p:cNvPr>
          <p:cNvSpPr/>
          <p:nvPr/>
        </p:nvSpPr>
        <p:spPr>
          <a:xfrm>
            <a:off x="7275228" y="979149"/>
            <a:ext cx="2538639" cy="2511534"/>
          </a:xfrm>
          <a:prstGeom prst="plus">
            <a:avLst>
              <a:gd name="adj" fmla="val 31743"/>
            </a:avLst>
          </a:prstGeom>
          <a:noFill/>
          <a:ln>
            <a:solidFill>
              <a:schemeClr val="bg2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椭圆 305">
            <a:extLst>
              <a:ext uri="{FF2B5EF4-FFF2-40B4-BE49-F238E27FC236}">
                <a16:creationId xmlns:a16="http://schemas.microsoft.com/office/drawing/2014/main" id="{877FAE3C-C198-4DC7-B4F9-1E492EE9C3F6}"/>
              </a:ext>
            </a:extLst>
          </p:cNvPr>
          <p:cNvSpPr/>
          <p:nvPr/>
        </p:nvSpPr>
        <p:spPr>
          <a:xfrm>
            <a:off x="6988256" y="2096731"/>
            <a:ext cx="276369" cy="276369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望</a:t>
            </a:r>
          </a:p>
        </p:txBody>
      </p:sp>
      <p:sp>
        <p:nvSpPr>
          <p:cNvPr id="307" name="椭圆 306">
            <a:extLst>
              <a:ext uri="{FF2B5EF4-FFF2-40B4-BE49-F238E27FC236}">
                <a16:creationId xmlns:a16="http://schemas.microsoft.com/office/drawing/2014/main" id="{FEFFC56B-FE67-4DC2-B6E4-2BDD38F1DE23}"/>
              </a:ext>
            </a:extLst>
          </p:cNvPr>
          <p:cNvSpPr/>
          <p:nvPr/>
        </p:nvSpPr>
        <p:spPr>
          <a:xfrm>
            <a:off x="8404663" y="691086"/>
            <a:ext cx="276369" cy="276369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闻</a:t>
            </a:r>
          </a:p>
        </p:txBody>
      </p:sp>
      <p:sp>
        <p:nvSpPr>
          <p:cNvPr id="308" name="椭圆 307">
            <a:extLst>
              <a:ext uri="{FF2B5EF4-FFF2-40B4-BE49-F238E27FC236}">
                <a16:creationId xmlns:a16="http://schemas.microsoft.com/office/drawing/2014/main" id="{1F01809C-4FF3-4530-AC86-D20C93166181}"/>
              </a:ext>
            </a:extLst>
          </p:cNvPr>
          <p:cNvSpPr/>
          <p:nvPr/>
        </p:nvSpPr>
        <p:spPr>
          <a:xfrm>
            <a:off x="9828571" y="2096731"/>
            <a:ext cx="276369" cy="276369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问</a:t>
            </a:r>
          </a:p>
        </p:txBody>
      </p:sp>
      <p:sp>
        <p:nvSpPr>
          <p:cNvPr id="309" name="椭圆 308">
            <a:extLst>
              <a:ext uri="{FF2B5EF4-FFF2-40B4-BE49-F238E27FC236}">
                <a16:creationId xmlns:a16="http://schemas.microsoft.com/office/drawing/2014/main" id="{004C33B2-2A79-4E06-AF9E-4A3CAF799333}"/>
              </a:ext>
            </a:extLst>
          </p:cNvPr>
          <p:cNvSpPr/>
          <p:nvPr/>
        </p:nvSpPr>
        <p:spPr>
          <a:xfrm>
            <a:off x="8404663" y="3490682"/>
            <a:ext cx="276369" cy="276369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切</a:t>
            </a:r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107F7ABE-573D-4B27-8CE8-D6F0D09DAB55}"/>
              </a:ext>
            </a:extLst>
          </p:cNvPr>
          <p:cNvSpPr/>
          <p:nvPr/>
        </p:nvSpPr>
        <p:spPr>
          <a:xfrm>
            <a:off x="8161120" y="1078230"/>
            <a:ext cx="763460" cy="7634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66CE18D0-0348-43F3-9430-DE4927A560AB}"/>
              </a:ext>
            </a:extLst>
          </p:cNvPr>
          <p:cNvSpPr/>
          <p:nvPr/>
        </p:nvSpPr>
        <p:spPr>
          <a:xfrm>
            <a:off x="8161120" y="2655928"/>
            <a:ext cx="763460" cy="763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200"/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454D7864-F55A-4C1F-A139-9B76E44C241E}"/>
              </a:ext>
            </a:extLst>
          </p:cNvPr>
          <p:cNvSpPr/>
          <p:nvPr/>
        </p:nvSpPr>
        <p:spPr>
          <a:xfrm>
            <a:off x="7360642" y="1860475"/>
            <a:ext cx="763460" cy="7634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9E175766-030E-4B66-978E-65F2C29098A1}"/>
              </a:ext>
            </a:extLst>
          </p:cNvPr>
          <p:cNvSpPr/>
          <p:nvPr/>
        </p:nvSpPr>
        <p:spPr>
          <a:xfrm>
            <a:off x="8946237" y="1860475"/>
            <a:ext cx="763460" cy="7634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805845D0-9EC9-4CC3-AF31-02C1AB50775C}"/>
              </a:ext>
            </a:extLst>
          </p:cNvPr>
          <p:cNvSpPr txBox="1"/>
          <p:nvPr/>
        </p:nvSpPr>
        <p:spPr>
          <a:xfrm>
            <a:off x="7262813" y="2004013"/>
            <a:ext cx="95911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故障记录</a:t>
            </a:r>
            <a:endParaRPr lang="en-US" altLang="zh-CN" sz="13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失效表象</a:t>
            </a:r>
          </a:p>
        </p:txBody>
      </p:sp>
      <p:sp>
        <p:nvSpPr>
          <p:cNvPr id="315" name="文本框 314">
            <a:extLst>
              <a:ext uri="{FF2B5EF4-FFF2-40B4-BE49-F238E27FC236}">
                <a16:creationId xmlns:a16="http://schemas.microsoft.com/office/drawing/2014/main" id="{F35826F4-138E-497E-BDF9-C703F255D762}"/>
              </a:ext>
            </a:extLst>
          </p:cNvPr>
          <p:cNvSpPr txBox="1"/>
          <p:nvPr/>
        </p:nvSpPr>
        <p:spPr>
          <a:xfrm>
            <a:off x="8015947" y="1196264"/>
            <a:ext cx="10538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波形监测</a:t>
            </a:r>
            <a:endParaRPr lang="en-US" altLang="zh-CN" sz="1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参数识别</a:t>
            </a:r>
          </a:p>
        </p:txBody>
      </p:sp>
      <p:sp>
        <p:nvSpPr>
          <p:cNvPr id="316" name="文本框 315">
            <a:extLst>
              <a:ext uri="{FF2B5EF4-FFF2-40B4-BE49-F238E27FC236}">
                <a16:creationId xmlns:a16="http://schemas.microsoft.com/office/drawing/2014/main" id="{10D834A6-2613-42DE-A88F-90FE68F82A68}"/>
              </a:ext>
            </a:extLst>
          </p:cNvPr>
          <p:cNvSpPr txBox="1"/>
          <p:nvPr/>
        </p:nvSpPr>
        <p:spPr>
          <a:xfrm>
            <a:off x="8856733" y="2004013"/>
            <a:ext cx="9654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历史数据</a:t>
            </a:r>
            <a:endParaRPr lang="en-US" altLang="zh-CN" sz="13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状态反馈</a:t>
            </a:r>
          </a:p>
        </p:txBody>
      </p:sp>
      <p:sp>
        <p:nvSpPr>
          <p:cNvPr id="317" name="文本框 316">
            <a:extLst>
              <a:ext uri="{FF2B5EF4-FFF2-40B4-BE49-F238E27FC236}">
                <a16:creationId xmlns:a16="http://schemas.microsoft.com/office/drawing/2014/main" id="{BAB33606-8726-4AFC-B641-15C3F3ED059C}"/>
              </a:ext>
            </a:extLst>
          </p:cNvPr>
          <p:cNvSpPr txBox="1"/>
          <p:nvPr/>
        </p:nvSpPr>
        <p:spPr>
          <a:xfrm>
            <a:off x="8030350" y="2811087"/>
            <a:ext cx="10249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寿命预测</a:t>
            </a:r>
            <a:endParaRPr lang="en-US" altLang="zh-CN" sz="13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健康管理</a:t>
            </a:r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B0153913-FF9A-4E58-9A22-D7868AD1212F}"/>
              </a:ext>
            </a:extLst>
          </p:cNvPr>
          <p:cNvSpPr txBox="1"/>
          <p:nvPr/>
        </p:nvSpPr>
        <p:spPr>
          <a:xfrm rot="2515889">
            <a:off x="5615121" y="3636623"/>
            <a:ext cx="155026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诊断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</a:p>
        </p:txBody>
      </p:sp>
      <p:sp>
        <p:nvSpPr>
          <p:cNvPr id="328" name="矩形: 折角 327">
            <a:extLst>
              <a:ext uri="{FF2B5EF4-FFF2-40B4-BE49-F238E27FC236}">
                <a16:creationId xmlns:a16="http://schemas.microsoft.com/office/drawing/2014/main" id="{34FB1CF6-F092-42EB-A073-331061339D5E}"/>
              </a:ext>
            </a:extLst>
          </p:cNvPr>
          <p:cNvSpPr/>
          <p:nvPr/>
        </p:nvSpPr>
        <p:spPr>
          <a:xfrm rot="10800000" flipH="1">
            <a:off x="10276994" y="3176477"/>
            <a:ext cx="482853" cy="1716607"/>
          </a:xfrm>
          <a:prstGeom prst="foldedCorner">
            <a:avLst>
              <a:gd name="adj" fmla="val 38889"/>
            </a:avLst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B3B0F6AB-2AEC-4FD0-B333-A39DC7A0A2EC}"/>
              </a:ext>
            </a:extLst>
          </p:cNvPr>
          <p:cNvSpPr txBox="1"/>
          <p:nvPr/>
        </p:nvSpPr>
        <p:spPr>
          <a:xfrm>
            <a:off x="10340204" y="3377131"/>
            <a:ext cx="3525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延长使用寿命</a:t>
            </a:r>
          </a:p>
        </p:txBody>
      </p:sp>
      <p:sp>
        <p:nvSpPr>
          <p:cNvPr id="329" name="矩形: 折角 328">
            <a:extLst>
              <a:ext uri="{FF2B5EF4-FFF2-40B4-BE49-F238E27FC236}">
                <a16:creationId xmlns:a16="http://schemas.microsoft.com/office/drawing/2014/main" id="{F7A1107F-C1A3-450A-80CE-D7669A1CA305}"/>
              </a:ext>
            </a:extLst>
          </p:cNvPr>
          <p:cNvSpPr/>
          <p:nvPr/>
        </p:nvSpPr>
        <p:spPr>
          <a:xfrm rot="10800000" flipH="1">
            <a:off x="10820817" y="3176477"/>
            <a:ext cx="482853" cy="1716607"/>
          </a:xfrm>
          <a:prstGeom prst="foldedCorner">
            <a:avLst>
              <a:gd name="adj" fmla="val 38889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32" name="文本框 331">
            <a:extLst>
              <a:ext uri="{FF2B5EF4-FFF2-40B4-BE49-F238E27FC236}">
                <a16:creationId xmlns:a16="http://schemas.microsoft.com/office/drawing/2014/main" id="{049DB457-8402-4CC5-8CBC-EB60B9740A6E}"/>
              </a:ext>
            </a:extLst>
          </p:cNvPr>
          <p:cNvSpPr txBox="1"/>
          <p:nvPr/>
        </p:nvSpPr>
        <p:spPr>
          <a:xfrm>
            <a:off x="10885960" y="3377131"/>
            <a:ext cx="3525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减少停机时间</a:t>
            </a:r>
          </a:p>
        </p:txBody>
      </p:sp>
      <p:sp>
        <p:nvSpPr>
          <p:cNvPr id="330" name="矩形: 折角 329">
            <a:extLst>
              <a:ext uri="{FF2B5EF4-FFF2-40B4-BE49-F238E27FC236}">
                <a16:creationId xmlns:a16="http://schemas.microsoft.com/office/drawing/2014/main" id="{8BE2F5A0-57F8-4284-AF20-0BCD7634DDFF}"/>
              </a:ext>
            </a:extLst>
          </p:cNvPr>
          <p:cNvSpPr/>
          <p:nvPr/>
        </p:nvSpPr>
        <p:spPr>
          <a:xfrm rot="10800000" flipH="1">
            <a:off x="11364640" y="3176477"/>
            <a:ext cx="482853" cy="1716607"/>
          </a:xfrm>
          <a:prstGeom prst="foldedCorner">
            <a:avLst>
              <a:gd name="adj" fmla="val 38889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C8F93E85-D6FB-452F-B7D2-74755393AA29}"/>
              </a:ext>
            </a:extLst>
          </p:cNvPr>
          <p:cNvSpPr txBox="1"/>
          <p:nvPr/>
        </p:nvSpPr>
        <p:spPr>
          <a:xfrm>
            <a:off x="11429782" y="3377131"/>
            <a:ext cx="3525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降低运维成本</a:t>
            </a:r>
          </a:p>
        </p:txBody>
      </p:sp>
      <p:cxnSp>
        <p:nvCxnSpPr>
          <p:cNvPr id="338" name="直接箭头连接符 337">
            <a:extLst>
              <a:ext uri="{FF2B5EF4-FFF2-40B4-BE49-F238E27FC236}">
                <a16:creationId xmlns:a16="http://schemas.microsoft.com/office/drawing/2014/main" id="{5D70C875-A04E-4A64-A0B4-33237503644D}"/>
              </a:ext>
            </a:extLst>
          </p:cNvPr>
          <p:cNvCxnSpPr>
            <a:cxnSpLocks/>
          </p:cNvCxnSpPr>
          <p:nvPr/>
        </p:nvCxnSpPr>
        <p:spPr>
          <a:xfrm>
            <a:off x="10261496" y="3087025"/>
            <a:ext cx="1652067" cy="0"/>
          </a:xfrm>
          <a:prstGeom prst="straightConnector1">
            <a:avLst/>
          </a:prstGeom>
          <a:ln w="22225" cap="rnd">
            <a:solidFill>
              <a:schemeClr val="tx2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接箭头连接符 338">
            <a:extLst>
              <a:ext uri="{FF2B5EF4-FFF2-40B4-BE49-F238E27FC236}">
                <a16:creationId xmlns:a16="http://schemas.microsoft.com/office/drawing/2014/main" id="{B4C6E3E4-1996-4EC9-86C7-D736A77353B0}"/>
              </a:ext>
            </a:extLst>
          </p:cNvPr>
          <p:cNvCxnSpPr>
            <a:cxnSpLocks/>
          </p:cNvCxnSpPr>
          <p:nvPr/>
        </p:nvCxnSpPr>
        <p:spPr>
          <a:xfrm>
            <a:off x="10261496" y="4991417"/>
            <a:ext cx="1652067" cy="0"/>
          </a:xfrm>
          <a:prstGeom prst="straightConnector1">
            <a:avLst/>
          </a:prstGeom>
          <a:ln w="22225" cap="rnd">
            <a:solidFill>
              <a:schemeClr val="tx2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文本框 339">
            <a:extLst>
              <a:ext uri="{FF2B5EF4-FFF2-40B4-BE49-F238E27FC236}">
                <a16:creationId xmlns:a16="http://schemas.microsoft.com/office/drawing/2014/main" id="{6B8F187E-739B-4493-A42C-2C5BB5609EBB}"/>
              </a:ext>
            </a:extLst>
          </p:cNvPr>
          <p:cNvSpPr txBox="1"/>
          <p:nvPr/>
        </p:nvSpPr>
        <p:spPr>
          <a:xfrm>
            <a:off x="10241221" y="2833109"/>
            <a:ext cx="17688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 b="1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r>
              <a:rPr lang="zh-CN" altLang="en-US" dirty="0"/>
              <a:t>改善系统安全性、可靠性</a:t>
            </a:r>
          </a:p>
        </p:txBody>
      </p:sp>
      <p:sp>
        <p:nvSpPr>
          <p:cNvPr id="341" name="文本框 340">
            <a:extLst>
              <a:ext uri="{FF2B5EF4-FFF2-40B4-BE49-F238E27FC236}">
                <a16:creationId xmlns:a16="http://schemas.microsoft.com/office/drawing/2014/main" id="{73D43E43-0738-4C6C-8A1F-5A1BC8D358A6}"/>
              </a:ext>
            </a:extLst>
          </p:cNvPr>
          <p:cNvSpPr txBox="1"/>
          <p:nvPr/>
        </p:nvSpPr>
        <p:spPr>
          <a:xfrm>
            <a:off x="10241220" y="5031023"/>
            <a:ext cx="17688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减少维修成本和经济投入</a:t>
            </a:r>
          </a:p>
        </p:txBody>
      </p:sp>
      <p:pic>
        <p:nvPicPr>
          <p:cNvPr id="344" name="图片 343">
            <a:extLst>
              <a:ext uri="{FF2B5EF4-FFF2-40B4-BE49-F238E27FC236}">
                <a16:creationId xmlns:a16="http://schemas.microsoft.com/office/drawing/2014/main" id="{25E70E0E-BAC8-43E8-B65A-638799C3EE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898" y="1081811"/>
            <a:ext cx="1254158" cy="816601"/>
          </a:xfrm>
          <a:prstGeom prst="rect">
            <a:avLst/>
          </a:prstGeom>
        </p:spPr>
      </p:pic>
      <p:pic>
        <p:nvPicPr>
          <p:cNvPr id="347" name="图片 346">
            <a:extLst>
              <a:ext uri="{FF2B5EF4-FFF2-40B4-BE49-F238E27FC236}">
                <a16:creationId xmlns:a16="http://schemas.microsoft.com/office/drawing/2014/main" id="{81634A0B-AB74-431F-BE51-540243A81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6556" y1="56127" x2="39868" y2="94856"/>
                        <a14:foregroundMark x1="5563" y1="72012" x2="30464" y2="925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31590">
            <a:off x="10144536" y="879058"/>
            <a:ext cx="1719834" cy="150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4034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BE783D3E-EF25-4346-AB99-FB6D44C9C19E}"/>
              </a:ext>
            </a:extLst>
          </p:cNvPr>
          <p:cNvSpPr/>
          <p:nvPr/>
        </p:nvSpPr>
        <p:spPr>
          <a:xfrm>
            <a:off x="6230070" y="944524"/>
            <a:ext cx="5670793" cy="5488633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B636E03-F84A-46DD-A580-B8C86AA1BA31}"/>
              </a:ext>
            </a:extLst>
          </p:cNvPr>
          <p:cNvCxnSpPr/>
          <p:nvPr/>
        </p:nvCxnSpPr>
        <p:spPr>
          <a:xfrm>
            <a:off x="2811780" y="586740"/>
            <a:ext cx="92430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標題 1">
            <a:extLst>
              <a:ext uri="{FF2B5EF4-FFF2-40B4-BE49-F238E27FC236}">
                <a16:creationId xmlns:a16="http://schemas.microsoft.com/office/drawing/2014/main" id="{50C7FB01-48E1-4BB0-8DF0-5600CD659869}"/>
              </a:ext>
            </a:extLst>
          </p:cNvPr>
          <p:cNvSpPr txBox="1">
            <a:spLocks/>
          </p:cNvSpPr>
          <p:nvPr/>
        </p:nvSpPr>
        <p:spPr bwMode="auto">
          <a:xfrm>
            <a:off x="2811773" y="228957"/>
            <a:ext cx="9243060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技术挑战：现有</a:t>
            </a:r>
            <a:r>
              <a:rPr lang="en-US" altLang="zh-CN" sz="2000" b="0" dirty="0">
                <a:solidFill>
                  <a:schemeClr val="tx2"/>
                </a:solidFill>
              </a:rPr>
              <a:t>PHM</a:t>
            </a:r>
            <a:r>
              <a:rPr lang="zh-CN" altLang="en-US" sz="2000" b="0" dirty="0">
                <a:solidFill>
                  <a:schemeClr val="tx2"/>
                </a:solidFill>
              </a:rPr>
              <a:t>技术在服务器电源领域的应用有所制约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F5184F7F-FF9D-477F-B259-F6C34C30B372}"/>
              </a:ext>
            </a:extLst>
          </p:cNvPr>
          <p:cNvSpPr txBox="1">
            <a:spLocks/>
          </p:cNvSpPr>
          <p:nvPr/>
        </p:nvSpPr>
        <p:spPr bwMode="auto">
          <a:xfrm>
            <a:off x="28322" y="228957"/>
            <a:ext cx="2624159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TW" sz="2800" dirty="0"/>
              <a:t>Challenge</a:t>
            </a:r>
            <a:endParaRPr lang="zh-TW" altLang="en-US" sz="2800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41D508A-D48C-4A38-9E9E-5854102A08FF}"/>
              </a:ext>
            </a:extLst>
          </p:cNvPr>
          <p:cNvGrpSpPr/>
          <p:nvPr/>
        </p:nvGrpSpPr>
        <p:grpSpPr>
          <a:xfrm>
            <a:off x="320484" y="2429508"/>
            <a:ext cx="5552229" cy="1588344"/>
            <a:chOff x="437894" y="893968"/>
            <a:chExt cx="6885511" cy="1776703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741F27F6-2DAC-4CF6-81FB-35B9097C2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7894" y="893968"/>
              <a:ext cx="5141425" cy="1776703"/>
            </a:xfrm>
            <a:prstGeom prst="rect">
              <a:avLst/>
            </a:prstGeom>
          </p:spPr>
        </p:pic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CD2C9416-A56E-4DAE-B492-2259BE8B3152}"/>
                </a:ext>
              </a:extLst>
            </p:cNvPr>
            <p:cNvGrpSpPr/>
            <p:nvPr/>
          </p:nvGrpSpPr>
          <p:grpSpPr>
            <a:xfrm>
              <a:off x="5634829" y="920106"/>
              <a:ext cx="1688576" cy="1750565"/>
              <a:chOff x="5381804" y="4568955"/>
              <a:chExt cx="1852344" cy="1920345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4D24CCF8-75D4-47FC-8D87-AA80E6E69C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81804" y="4673430"/>
                <a:ext cx="880371" cy="160982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80614617-1F79-4748-A3BD-1B2A9CCB80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83961" y="4662073"/>
                <a:ext cx="850187" cy="158969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AA683A12-000F-4741-AD68-E024B2EE91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81804" y="6325790"/>
                <a:ext cx="1389836" cy="16351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C7C17797-6EDC-4567-8B28-436E08A0A8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81804" y="4568955"/>
                <a:ext cx="1226688" cy="83206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sp>
        <p:nvSpPr>
          <p:cNvPr id="17" name="TextBox 6">
            <a:extLst>
              <a:ext uri="{FF2B5EF4-FFF2-40B4-BE49-F238E27FC236}">
                <a16:creationId xmlns:a16="http://schemas.microsoft.com/office/drawing/2014/main" id="{A555BB50-0538-4F6B-AA0B-97F851634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5171" y="1288713"/>
            <a:ext cx="455676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1B6088"/>
                </a:solidFill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rPr>
              <a:t>服务器电源内部包含多个电气元件、功能电路、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rPr>
              <a:t>PCB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rPr>
              <a:t>模块以及机械组装机构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rPr>
              <a:t>, 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A8B32D-BD62-42C9-A695-D595AB5D16F2}"/>
              </a:ext>
            </a:extLst>
          </p:cNvPr>
          <p:cNvSpPr/>
          <p:nvPr/>
        </p:nvSpPr>
        <p:spPr>
          <a:xfrm>
            <a:off x="2152358" y="1679146"/>
            <a:ext cx="380957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sym typeface="Arial" panose="020B0604020202020204" pitchFamily="34" charset="0"/>
              </a:rPr>
              <a:t>这伴随着多种失效模式，多个失效源头，以及多种失效原因，给</a:t>
            </a:r>
            <a:r>
              <a:rPr lang="en-US" altLang="zh-CN" sz="1100" i="1" dirty="0">
                <a:solidFill>
                  <a:schemeClr val="tx1">
                    <a:lumMod val="50000"/>
                    <a:lumOff val="50000"/>
                  </a:schemeClr>
                </a:solidFill>
                <a:sym typeface="Arial" panose="020B0604020202020204" pitchFamily="34" charset="0"/>
              </a:rPr>
              <a:t>PHM</a:t>
            </a:r>
            <a:r>
              <a:rPr lang="zh-CN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sym typeface="Arial" panose="020B0604020202020204" pitchFamily="34" charset="0"/>
              </a:rPr>
              <a:t>方案带来了挑战</a:t>
            </a:r>
            <a:endParaRPr lang="zh-CN" alt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D28446-A909-4C6A-9D97-DAD7B4687332}"/>
              </a:ext>
            </a:extLst>
          </p:cNvPr>
          <p:cNvSpPr/>
          <p:nvPr/>
        </p:nvSpPr>
        <p:spPr>
          <a:xfrm>
            <a:off x="436310" y="1275615"/>
            <a:ext cx="763460" cy="7634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1E39EA-9CD5-4EB1-ADE3-FD706628C254}"/>
              </a:ext>
            </a:extLst>
          </p:cNvPr>
          <p:cNvSpPr txBox="1"/>
          <p:nvPr/>
        </p:nvSpPr>
        <p:spPr>
          <a:xfrm>
            <a:off x="291137" y="1502056"/>
            <a:ext cx="105380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高覆盖率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2312A2F2-EB03-44D9-96B2-35F8745E5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063" y="1247548"/>
            <a:ext cx="455676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1B6088"/>
                </a:solidFill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rPr>
              <a:t>服务器电源一方面对新增器件的成本较为敏感，另一方面剩余的体积空间非常有限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sym typeface="Arial" panose="020B0604020202020204" pitchFamily="34" charset="0"/>
              </a:rPr>
              <a:t>,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511A7F-927E-42E7-A22E-667EC224A99D}"/>
              </a:ext>
            </a:extLst>
          </p:cNvPr>
          <p:cNvSpPr/>
          <p:nvPr/>
        </p:nvSpPr>
        <p:spPr>
          <a:xfrm>
            <a:off x="8388252" y="1664484"/>
            <a:ext cx="346257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sym typeface="Arial" panose="020B0604020202020204" pitchFamily="34" charset="0"/>
              </a:rPr>
              <a:t>这对</a:t>
            </a:r>
            <a:r>
              <a:rPr lang="en-US" altLang="zh-CN" sz="1100" i="1" dirty="0">
                <a:solidFill>
                  <a:schemeClr val="tx1">
                    <a:lumMod val="50000"/>
                    <a:lumOff val="50000"/>
                  </a:schemeClr>
                </a:solidFill>
                <a:sym typeface="Arial" panose="020B0604020202020204" pitchFamily="34" charset="0"/>
              </a:rPr>
              <a:t>PHM</a:t>
            </a:r>
            <a:r>
              <a:rPr lang="zh-CN" alt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sym typeface="Arial" panose="020B0604020202020204" pitchFamily="34" charset="0"/>
              </a:rPr>
              <a:t>相关算法提出了考验：尽可能精简对数据的需求，同时开发轻量算法</a:t>
            </a:r>
            <a:endParaRPr lang="zh-CN" alt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6886308-5255-45E9-8634-74D5CB881599}"/>
              </a:ext>
            </a:extLst>
          </p:cNvPr>
          <p:cNvSpPr/>
          <p:nvPr/>
        </p:nvSpPr>
        <p:spPr>
          <a:xfrm>
            <a:off x="6325202" y="1275615"/>
            <a:ext cx="763460" cy="7634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C6E8357-5141-46A0-BC6C-E584B519A671}"/>
              </a:ext>
            </a:extLst>
          </p:cNvPr>
          <p:cNvSpPr txBox="1"/>
          <p:nvPr/>
        </p:nvSpPr>
        <p:spPr>
          <a:xfrm>
            <a:off x="6180029" y="1386801"/>
            <a:ext cx="10538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成本敏感</a:t>
            </a:r>
            <a:endParaRPr lang="en-US" altLang="zh-CN" sz="1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算力有限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3AAF4E8-6F7D-47E1-91D4-130AE599063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096" t="10479" r="4926" b="2584"/>
          <a:stretch/>
        </p:blipFill>
        <p:spPr>
          <a:xfrm>
            <a:off x="9918504" y="2463964"/>
            <a:ext cx="1607293" cy="979569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E37E406-72F6-4F35-8EBD-A42A170A64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100000" l="0" r="100000">
                        <a14:foregroundMark x1="76556" y1="56127" x2="39868" y2="94856"/>
                        <a14:foregroundMark x1="5563" y1="72012" x2="30464" y2="925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31590">
            <a:off x="6746712" y="2102584"/>
            <a:ext cx="2693844" cy="2358451"/>
          </a:xfrm>
          <a:prstGeom prst="rect">
            <a:avLst/>
          </a:prstGeom>
        </p:spPr>
      </p:pic>
      <p:grpSp>
        <p:nvGrpSpPr>
          <p:cNvPr id="34" name="组合 33">
            <a:extLst>
              <a:ext uri="{FF2B5EF4-FFF2-40B4-BE49-F238E27FC236}">
                <a16:creationId xmlns:a16="http://schemas.microsoft.com/office/drawing/2014/main" id="{32BCC4A0-7B8D-48C7-8A58-633897F71312}"/>
              </a:ext>
            </a:extLst>
          </p:cNvPr>
          <p:cNvGrpSpPr/>
          <p:nvPr/>
        </p:nvGrpSpPr>
        <p:grpSpPr>
          <a:xfrm>
            <a:off x="8151768" y="3233647"/>
            <a:ext cx="1633252" cy="497188"/>
            <a:chOff x="1912620" y="5238912"/>
            <a:chExt cx="1633252" cy="497188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B8496D2F-C13B-4BB9-90E4-C909345A4199}"/>
                </a:ext>
              </a:extLst>
            </p:cNvPr>
            <p:cNvSpPr/>
            <p:nvPr/>
          </p:nvSpPr>
          <p:spPr>
            <a:xfrm>
              <a:off x="1912620" y="5381888"/>
              <a:ext cx="392430" cy="354212"/>
            </a:xfrm>
            <a:prstGeom prst="ellipse">
              <a:avLst/>
            </a:prstGeom>
            <a:noFill/>
            <a:ln>
              <a:solidFill>
                <a:srgbClr val="FFA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4B9B30B9-B6EA-403A-837D-FBDEC8F83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4768" y="5238912"/>
              <a:ext cx="1211104" cy="320082"/>
            </a:xfrm>
            <a:prstGeom prst="straightConnector1">
              <a:avLst/>
            </a:prstGeom>
            <a:ln w="12700">
              <a:solidFill>
                <a:srgbClr val="FFAA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9EE7A44-6212-4174-8186-6F4B5C3AA041}"/>
              </a:ext>
            </a:extLst>
          </p:cNvPr>
          <p:cNvGrpSpPr/>
          <p:nvPr/>
        </p:nvGrpSpPr>
        <p:grpSpPr>
          <a:xfrm>
            <a:off x="1438289" y="4927972"/>
            <a:ext cx="1428137" cy="1428137"/>
            <a:chOff x="903820" y="1142927"/>
            <a:chExt cx="2300030" cy="2300030"/>
          </a:xfrm>
        </p:grpSpPr>
        <p:pic>
          <p:nvPicPr>
            <p:cNvPr id="35" name="Picture 2" descr="https://gimg2.baidu.com/image_search/src=http%3A%2F%2Fcbu01.alicdn.com%2Fimg%2Fibank%2FO1CN01nPe0pz2FmmqglBMoJ_%21%211986078923-0-cib.jpg&amp;refer=http%3A%2F%2Fcbu01.alicdn.com&amp;app=2002&amp;size=f9999,10000&amp;q=a80&amp;n=0&amp;g=0n&amp;fmt=auto?sec=1683855743&amp;t=30b1fee50935111046da1c5826d9ffb4">
              <a:extLst>
                <a:ext uri="{FF2B5EF4-FFF2-40B4-BE49-F238E27FC236}">
                  <a16:creationId xmlns:a16="http://schemas.microsoft.com/office/drawing/2014/main" id="{E8E1AF6D-6902-4ABD-A8FE-EE8BBF5B5C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3820" y="1142927"/>
              <a:ext cx="2300030" cy="23000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8ED639D8-BCC8-462E-8041-BF134602657B}"/>
                </a:ext>
              </a:extLst>
            </p:cNvPr>
            <p:cNvSpPr/>
            <p:nvPr/>
          </p:nvSpPr>
          <p:spPr>
            <a:xfrm>
              <a:off x="1097940" y="1438002"/>
              <a:ext cx="1906579" cy="1906579"/>
            </a:xfrm>
            <a:prstGeom prst="ellips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>
                <a:solidFill>
                  <a:schemeClr val="tx1"/>
                </a:solidFill>
                <a:cs typeface="Arial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68B35D9-8525-4F81-BD7D-9716BCB44A2F}"/>
              </a:ext>
            </a:extLst>
          </p:cNvPr>
          <p:cNvGrpSpPr/>
          <p:nvPr/>
        </p:nvGrpSpPr>
        <p:grpSpPr>
          <a:xfrm>
            <a:off x="403742" y="4467497"/>
            <a:ext cx="1183835" cy="1183835"/>
            <a:chOff x="4943047" y="4697830"/>
            <a:chExt cx="1906579" cy="1906579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EC1CD071-014F-4F88-B73B-722FD9F63E66}"/>
                </a:ext>
              </a:extLst>
            </p:cNvPr>
            <p:cNvSpPr/>
            <p:nvPr/>
          </p:nvSpPr>
          <p:spPr>
            <a:xfrm>
              <a:off x="4943047" y="4697830"/>
              <a:ext cx="1906579" cy="1906579"/>
            </a:xfrm>
            <a:prstGeom prst="ellipse">
              <a:avLst/>
            </a:prstGeom>
            <a:noFill/>
            <a:ln w="127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>
                <a:solidFill>
                  <a:schemeClr val="tx1"/>
                </a:solidFill>
                <a:cs typeface="Arial" charset="0"/>
              </a:endParaRP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8133B386-ABB2-4A10-9AC7-4F31D77F047E}"/>
                </a:ext>
              </a:extLst>
            </p:cNvPr>
            <p:cNvGrpSpPr/>
            <p:nvPr/>
          </p:nvGrpSpPr>
          <p:grpSpPr>
            <a:xfrm>
              <a:off x="5276178" y="5095901"/>
              <a:ext cx="1240316" cy="1184452"/>
              <a:chOff x="5276178" y="5095901"/>
              <a:chExt cx="1240316" cy="1184452"/>
            </a:xfrm>
          </p:grpSpPr>
          <p:pic>
            <p:nvPicPr>
              <p:cNvPr id="42" name="Picture 4" descr="https://img1.baidu.com/it/u=3477709974,908893647&amp;fm=253&amp;fmt=auto&amp;app=138&amp;f=JPEG?w=500&amp;h=303">
                <a:extLst>
                  <a:ext uri="{FF2B5EF4-FFF2-40B4-BE49-F238E27FC236}">
                    <a16:creationId xmlns:a16="http://schemas.microsoft.com/office/drawing/2014/main" id="{8400C624-DECB-4D72-8FC5-813F494806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649" t="14092" r="35836"/>
              <a:stretch/>
            </p:blipFill>
            <p:spPr bwMode="auto">
              <a:xfrm>
                <a:off x="5276178" y="5095901"/>
                <a:ext cx="1240316" cy="11844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3EBA7F97-F0D5-4AB2-A0D1-236D33842C1D}"/>
                  </a:ext>
                </a:extLst>
              </p:cNvPr>
              <p:cNvSpPr/>
              <p:nvPr/>
            </p:nvSpPr>
            <p:spPr>
              <a:xfrm>
                <a:off x="5728344" y="5465522"/>
                <a:ext cx="466715" cy="506653"/>
              </a:xfrm>
              <a:prstGeom prst="ellipse">
                <a:avLst/>
              </a:prstGeom>
              <a:solidFill>
                <a:srgbClr val="37353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4" name="圆角矩形 18">
            <a:extLst>
              <a:ext uri="{FF2B5EF4-FFF2-40B4-BE49-F238E27FC236}">
                <a16:creationId xmlns:a16="http://schemas.microsoft.com/office/drawing/2014/main" id="{A99C70DC-7A4F-48A9-9760-ADC20D27F290}"/>
              </a:ext>
            </a:extLst>
          </p:cNvPr>
          <p:cNvSpPr/>
          <p:nvPr/>
        </p:nvSpPr>
        <p:spPr bwMode="auto">
          <a:xfrm rot="16200000">
            <a:off x="771772" y="2496674"/>
            <a:ext cx="830450" cy="742852"/>
          </a:xfrm>
          <a:prstGeom prst="roundRect">
            <a:avLst/>
          </a:prstGeom>
          <a:solidFill>
            <a:srgbClr val="FFFF00">
              <a:alpha val="30196"/>
            </a:srgbClr>
          </a:solidFill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latin typeface="Arial" charset="0"/>
              <a:ea typeface="新細明體" pitchFamily="18" charset="-120"/>
              <a:cs typeface="Arial" charset="0"/>
            </a:endParaRPr>
          </a:p>
        </p:txBody>
      </p:sp>
      <p:sp>
        <p:nvSpPr>
          <p:cNvPr id="45" name="圆角矩形 18">
            <a:extLst>
              <a:ext uri="{FF2B5EF4-FFF2-40B4-BE49-F238E27FC236}">
                <a16:creationId xmlns:a16="http://schemas.microsoft.com/office/drawing/2014/main" id="{866393D1-24AF-49DC-B459-62A3470E334F}"/>
              </a:ext>
            </a:extLst>
          </p:cNvPr>
          <p:cNvSpPr/>
          <p:nvPr/>
        </p:nvSpPr>
        <p:spPr bwMode="auto">
          <a:xfrm rot="16200000">
            <a:off x="2408800" y="3139236"/>
            <a:ext cx="585216" cy="1039938"/>
          </a:xfrm>
          <a:prstGeom prst="roundRect">
            <a:avLst/>
          </a:prstGeom>
          <a:solidFill>
            <a:srgbClr val="FFFF00">
              <a:alpha val="30196"/>
            </a:srgbClr>
          </a:solidFill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latin typeface="Arial" charset="0"/>
              <a:ea typeface="新細明體" pitchFamily="18" charset="-120"/>
              <a:cs typeface="Arial" charset="0"/>
            </a:endParaRPr>
          </a:p>
        </p:txBody>
      </p:sp>
      <p:cxnSp>
        <p:nvCxnSpPr>
          <p:cNvPr id="46" name="曲线连接符 22">
            <a:extLst>
              <a:ext uri="{FF2B5EF4-FFF2-40B4-BE49-F238E27FC236}">
                <a16:creationId xmlns:a16="http://schemas.microsoft.com/office/drawing/2014/main" id="{6ADF07A5-BEBC-4B02-9D2B-10D83DB48712}"/>
              </a:ext>
            </a:extLst>
          </p:cNvPr>
          <p:cNvCxnSpPr>
            <a:cxnSpLocks/>
            <a:stCxn id="44" idx="1"/>
            <a:endCxn id="40" idx="0"/>
          </p:cNvCxnSpPr>
          <p:nvPr/>
        </p:nvCxnSpPr>
        <p:spPr bwMode="auto">
          <a:xfrm rot="5400000">
            <a:off x="499243" y="3779743"/>
            <a:ext cx="1184172" cy="191337"/>
          </a:xfrm>
          <a:prstGeom prst="curvedConnector3">
            <a:avLst>
              <a:gd name="adj1" fmla="val 50000"/>
            </a:avLst>
          </a:prstGeom>
          <a:ln w="12700" cap="flat" cmpd="sng" algn="ctr">
            <a:solidFill>
              <a:srgbClr val="00B0F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曲线连接符 22">
            <a:extLst>
              <a:ext uri="{FF2B5EF4-FFF2-40B4-BE49-F238E27FC236}">
                <a16:creationId xmlns:a16="http://schemas.microsoft.com/office/drawing/2014/main" id="{BEDB9011-E3E3-4A44-9EB5-622763D7304D}"/>
              </a:ext>
            </a:extLst>
          </p:cNvPr>
          <p:cNvCxnSpPr>
            <a:cxnSpLocks/>
            <a:stCxn id="45" idx="1"/>
            <a:endCxn id="36" idx="0"/>
          </p:cNvCxnSpPr>
          <p:nvPr/>
        </p:nvCxnSpPr>
        <p:spPr bwMode="auto">
          <a:xfrm rot="5400000">
            <a:off x="1846386" y="4256167"/>
            <a:ext cx="1159377" cy="550668"/>
          </a:xfrm>
          <a:prstGeom prst="curvedConnector3">
            <a:avLst>
              <a:gd name="adj1" fmla="val 50000"/>
            </a:avLst>
          </a:prstGeom>
          <a:ln w="12700" cap="flat" cmpd="sng" algn="ctr">
            <a:solidFill>
              <a:srgbClr val="00B0F0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F80F994D-9E75-4860-AE27-8B9BA2CEC988}"/>
              </a:ext>
            </a:extLst>
          </p:cNvPr>
          <p:cNvSpPr/>
          <p:nvPr/>
        </p:nvSpPr>
        <p:spPr>
          <a:xfrm>
            <a:off x="2846328" y="4964876"/>
            <a:ext cx="3169555" cy="1235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sz="1200" b="1" kern="0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现有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 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电源健康管理方案</a:t>
            </a:r>
            <a:endParaRPr lang="en-US" altLang="zh-CN" sz="12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仅针对风扇、电容等 </a:t>
            </a:r>
            <a:r>
              <a:rPr lang="zh-CN" altLang="en-US" sz="1200" b="1" u="sng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少数离散器件 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进行监测</a:t>
            </a:r>
            <a:endParaRPr lang="en-US" altLang="zh-CN" sz="12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对整体可靠性的提升及电源失效预警的</a:t>
            </a:r>
            <a:endParaRPr lang="en-US" altLang="zh-CN" sz="12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sz="1200" u="sng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作用非常有限。</a:t>
            </a:r>
            <a:endParaRPr lang="zh-CN" altLang="zh-CN" sz="1200" u="sng" kern="1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CCAA1FFE-66B7-42ED-B830-17D57B3AAE78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15165" r="13063"/>
          <a:stretch/>
        </p:blipFill>
        <p:spPr>
          <a:xfrm>
            <a:off x="9366353" y="4294239"/>
            <a:ext cx="2533650" cy="1967040"/>
          </a:xfrm>
          <a:prstGeom prst="rect">
            <a:avLst/>
          </a:prstGeom>
        </p:spPr>
      </p:pic>
      <p:sp>
        <p:nvSpPr>
          <p:cNvPr id="51" name="椭圆 50">
            <a:extLst>
              <a:ext uri="{FF2B5EF4-FFF2-40B4-BE49-F238E27FC236}">
                <a16:creationId xmlns:a16="http://schemas.microsoft.com/office/drawing/2014/main" id="{FF522497-39EA-4AF4-84E5-072738C90642}"/>
              </a:ext>
            </a:extLst>
          </p:cNvPr>
          <p:cNvSpPr/>
          <p:nvPr/>
        </p:nvSpPr>
        <p:spPr>
          <a:xfrm rot="13355321">
            <a:off x="10454768" y="4862761"/>
            <a:ext cx="392430" cy="354212"/>
          </a:xfrm>
          <a:prstGeom prst="ellipse">
            <a:avLst/>
          </a:prstGeom>
          <a:noFill/>
          <a:ln>
            <a:solidFill>
              <a:srgbClr val="FFA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5B4803F-32FC-4643-8B37-5AFD70C984FF}"/>
              </a:ext>
            </a:extLst>
          </p:cNvPr>
          <p:cNvCxnSpPr>
            <a:cxnSpLocks/>
          </p:cNvCxnSpPr>
          <p:nvPr/>
        </p:nvCxnSpPr>
        <p:spPr>
          <a:xfrm flipH="1" flipV="1">
            <a:off x="8679766" y="3818431"/>
            <a:ext cx="1804878" cy="1068540"/>
          </a:xfrm>
          <a:prstGeom prst="straightConnector1">
            <a:avLst/>
          </a:prstGeom>
          <a:ln w="12700">
            <a:solidFill>
              <a:srgbClr val="FFAA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865CC7CE-EAB0-4216-BC0B-A31F5F8EC651}"/>
              </a:ext>
            </a:extLst>
          </p:cNvPr>
          <p:cNvSpPr/>
          <p:nvPr/>
        </p:nvSpPr>
        <p:spPr>
          <a:xfrm>
            <a:off x="6253089" y="4790440"/>
            <a:ext cx="3113264" cy="1235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sz="1200" b="1" kern="0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服务器</a:t>
            </a:r>
            <a:r>
              <a:rPr lang="en-US" altLang="zh-CN" sz="1200" b="1" kern="0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/</a:t>
            </a:r>
            <a:r>
              <a:rPr lang="zh-CN" altLang="en-US" sz="1200" b="1" kern="0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数据中心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 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对数据安全的需求</a:t>
            </a:r>
            <a:endParaRPr lang="en-US" altLang="zh-CN" sz="12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制约了</a:t>
            </a:r>
            <a:r>
              <a:rPr lang="en-US" altLang="zh-CN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IoT(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物联网</a:t>
            </a:r>
            <a:r>
              <a:rPr lang="en-US" altLang="zh-CN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)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，人工智能，数字孪生等数据科学的应用</a:t>
            </a:r>
            <a:endParaRPr lang="en-US" altLang="zh-CN" sz="12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just">
              <a:lnSpc>
                <a:spcPts val="2300"/>
              </a:lnSpc>
              <a:spcAft>
                <a:spcPts val="0"/>
              </a:spcAft>
            </a:pP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电源内部的</a:t>
            </a:r>
            <a:r>
              <a:rPr lang="en-US" altLang="zh-CN" sz="1200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MCU</a:t>
            </a:r>
            <a:r>
              <a:rPr lang="zh-CN" altLang="en-US" sz="1200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单元</a:t>
            </a:r>
            <a:r>
              <a:rPr lang="zh-CN" altLang="en-US" sz="12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算力相对匮乏。</a:t>
            </a:r>
            <a:endParaRPr lang="en-US" altLang="zh-CN" sz="12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70910D9-B7E4-41A0-9E08-C801EAB0A77D}"/>
              </a:ext>
            </a:extLst>
          </p:cNvPr>
          <p:cNvSpPr/>
          <p:nvPr/>
        </p:nvSpPr>
        <p:spPr>
          <a:xfrm>
            <a:off x="4417695" y="3849932"/>
            <a:ext cx="1200150" cy="2048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924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B636E03-F84A-46DD-A580-B8C86AA1BA31}"/>
              </a:ext>
            </a:extLst>
          </p:cNvPr>
          <p:cNvCxnSpPr/>
          <p:nvPr/>
        </p:nvCxnSpPr>
        <p:spPr>
          <a:xfrm>
            <a:off x="2811780" y="586740"/>
            <a:ext cx="92430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標題 1">
            <a:extLst>
              <a:ext uri="{FF2B5EF4-FFF2-40B4-BE49-F238E27FC236}">
                <a16:creationId xmlns:a16="http://schemas.microsoft.com/office/drawing/2014/main" id="{50C7FB01-48E1-4BB0-8DF0-5600CD659869}"/>
              </a:ext>
            </a:extLst>
          </p:cNvPr>
          <p:cNvSpPr txBox="1">
            <a:spLocks/>
          </p:cNvSpPr>
          <p:nvPr/>
        </p:nvSpPr>
        <p:spPr bwMode="auto">
          <a:xfrm>
            <a:off x="2811773" y="228957"/>
            <a:ext cx="9243060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增量式发展：阶段性获取收益的同时，开发信息化</a:t>
            </a:r>
            <a:r>
              <a:rPr lang="en-US" altLang="zh-CN" sz="2000" b="0" dirty="0">
                <a:solidFill>
                  <a:schemeClr val="tx2"/>
                </a:solidFill>
              </a:rPr>
              <a:t>/</a:t>
            </a:r>
            <a:r>
              <a:rPr lang="zh-CN" altLang="en-US" sz="2000" b="0" dirty="0">
                <a:solidFill>
                  <a:schemeClr val="tx2"/>
                </a:solidFill>
              </a:rPr>
              <a:t>数据化技术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F5184F7F-FF9D-477F-B259-F6C34C30B372}"/>
              </a:ext>
            </a:extLst>
          </p:cNvPr>
          <p:cNvSpPr txBox="1">
            <a:spLocks/>
          </p:cNvSpPr>
          <p:nvPr/>
        </p:nvSpPr>
        <p:spPr bwMode="auto">
          <a:xfrm>
            <a:off x="28322" y="228957"/>
            <a:ext cx="2624159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TW" sz="2800" dirty="0"/>
              <a:t>How to do</a:t>
            </a:r>
            <a:endParaRPr lang="zh-TW" altLang="en-US" sz="2800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B7B3391F-F0AB-4CA6-B930-074E067943FE}"/>
              </a:ext>
            </a:extLst>
          </p:cNvPr>
          <p:cNvSpPr/>
          <p:nvPr/>
        </p:nvSpPr>
        <p:spPr>
          <a:xfrm>
            <a:off x="3364237" y="940302"/>
            <a:ext cx="5577996" cy="517331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93336194-242C-4920-BEFE-A8719192C20C}"/>
              </a:ext>
            </a:extLst>
          </p:cNvPr>
          <p:cNvCxnSpPr/>
          <p:nvPr/>
        </p:nvCxnSpPr>
        <p:spPr>
          <a:xfrm>
            <a:off x="3332251" y="6376094"/>
            <a:ext cx="563893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B27ED326-3ECF-4BF2-B267-76F9977E0AB2}"/>
              </a:ext>
            </a:extLst>
          </p:cNvPr>
          <p:cNvSpPr txBox="1"/>
          <p:nvPr/>
        </p:nvSpPr>
        <p:spPr>
          <a:xfrm>
            <a:off x="4752764" y="6222205"/>
            <a:ext cx="279790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执行路径</a:t>
            </a:r>
          </a:p>
        </p:txBody>
      </p:sp>
      <p:graphicFrame>
        <p:nvGraphicFramePr>
          <p:cNvPr id="142" name="表格 141">
            <a:extLst>
              <a:ext uri="{FF2B5EF4-FFF2-40B4-BE49-F238E27FC236}">
                <a16:creationId xmlns:a16="http://schemas.microsoft.com/office/drawing/2014/main" id="{D53B7159-A47A-46B7-AE95-3728702A2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179864"/>
              </p:ext>
            </p:extLst>
          </p:nvPr>
        </p:nvGraphicFramePr>
        <p:xfrm>
          <a:off x="3533659" y="1111428"/>
          <a:ext cx="5239152" cy="488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384">
                  <a:extLst>
                    <a:ext uri="{9D8B030D-6E8A-4147-A177-3AD203B41FA5}">
                      <a16:colId xmlns:a16="http://schemas.microsoft.com/office/drawing/2014/main" val="2744717211"/>
                    </a:ext>
                  </a:extLst>
                </a:gridCol>
                <a:gridCol w="1746384">
                  <a:extLst>
                    <a:ext uri="{9D8B030D-6E8A-4147-A177-3AD203B41FA5}">
                      <a16:colId xmlns:a16="http://schemas.microsoft.com/office/drawing/2014/main" val="959222362"/>
                    </a:ext>
                  </a:extLst>
                </a:gridCol>
                <a:gridCol w="1746384">
                  <a:extLst>
                    <a:ext uri="{9D8B030D-6E8A-4147-A177-3AD203B41FA5}">
                      <a16:colId xmlns:a16="http://schemas.microsoft.com/office/drawing/2014/main" val="252431539"/>
                    </a:ext>
                  </a:extLst>
                </a:gridCol>
              </a:tblGrid>
              <a:tr h="908563">
                <a:tc grid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041978"/>
                  </a:ext>
                </a:extLst>
              </a:tr>
              <a:tr h="1312455">
                <a:tc rowSpan="2" grid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349018"/>
                  </a:ext>
                </a:extLst>
              </a:tr>
              <a:tr h="892001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469426"/>
                  </a:ext>
                </a:extLst>
              </a:tr>
              <a:tr h="88624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745466"/>
                  </a:ext>
                </a:extLst>
              </a:tr>
              <a:tr h="88624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468081"/>
                  </a:ext>
                </a:extLst>
              </a:tr>
            </a:tbl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E9110EC5-7EAD-44BF-B372-1A92FDDA927E}"/>
              </a:ext>
            </a:extLst>
          </p:cNvPr>
          <p:cNvSpPr txBox="1"/>
          <p:nvPr/>
        </p:nvSpPr>
        <p:spPr>
          <a:xfrm>
            <a:off x="3530882" y="5377969"/>
            <a:ext cx="1743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P1.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增强型诊断</a:t>
            </a: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94219434-7214-4DCF-B13B-80F4881F892A}"/>
              </a:ext>
            </a:extLst>
          </p:cNvPr>
          <p:cNvSpPr txBox="1"/>
          <p:nvPr/>
        </p:nvSpPr>
        <p:spPr>
          <a:xfrm>
            <a:off x="5273583" y="4495780"/>
            <a:ext cx="1743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P2.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全状态监测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8EA39641-3B95-4329-B2C5-F7BF877F0B0F}"/>
              </a:ext>
            </a:extLst>
          </p:cNvPr>
          <p:cNvSpPr txBox="1"/>
          <p:nvPr/>
        </p:nvSpPr>
        <p:spPr>
          <a:xfrm>
            <a:off x="7010559" y="3594817"/>
            <a:ext cx="1770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P3.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预测与健康管理</a:t>
            </a: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D1031E2-456F-4AAF-841E-D4B32F25A5A9}"/>
              </a:ext>
            </a:extLst>
          </p:cNvPr>
          <p:cNvSpPr/>
          <p:nvPr/>
        </p:nvSpPr>
        <p:spPr>
          <a:xfrm>
            <a:off x="3860395" y="3091994"/>
            <a:ext cx="4743450" cy="1697664"/>
          </a:xfrm>
          <a:custGeom>
            <a:avLst/>
            <a:gdLst>
              <a:gd name="connsiteX0" fmla="*/ 0 w 4796790"/>
              <a:gd name="connsiteY0" fmla="*/ 1630680 h 1630680"/>
              <a:gd name="connsiteX1" fmla="*/ 1245870 w 4796790"/>
              <a:gd name="connsiteY1" fmla="*/ 1630680 h 1630680"/>
              <a:gd name="connsiteX2" fmla="*/ 1245870 w 4796790"/>
              <a:gd name="connsiteY2" fmla="*/ 822960 h 1630680"/>
              <a:gd name="connsiteX3" fmla="*/ 3021330 w 4796790"/>
              <a:gd name="connsiteY3" fmla="*/ 822960 h 1630680"/>
              <a:gd name="connsiteX4" fmla="*/ 3021330 w 4796790"/>
              <a:gd name="connsiteY4" fmla="*/ 0 h 1630680"/>
              <a:gd name="connsiteX5" fmla="*/ 4796790 w 4796790"/>
              <a:gd name="connsiteY5" fmla="*/ 0 h 1630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96790" h="1630680">
                <a:moveTo>
                  <a:pt x="0" y="1630680"/>
                </a:moveTo>
                <a:lnTo>
                  <a:pt x="1245870" y="1630680"/>
                </a:lnTo>
                <a:lnTo>
                  <a:pt x="1245870" y="822960"/>
                </a:lnTo>
                <a:lnTo>
                  <a:pt x="3021330" y="822960"/>
                </a:lnTo>
                <a:lnTo>
                  <a:pt x="3021330" y="0"/>
                </a:lnTo>
                <a:lnTo>
                  <a:pt x="4796790" y="0"/>
                </a:lnTo>
              </a:path>
            </a:pathLst>
          </a:custGeom>
          <a:noFill/>
          <a:ln w="38100" cap="sq"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A47C5A77-50FC-4D71-A586-31B4D9FB54B4}"/>
              </a:ext>
            </a:extLst>
          </p:cNvPr>
          <p:cNvSpPr txBox="1"/>
          <p:nvPr/>
        </p:nvSpPr>
        <p:spPr>
          <a:xfrm>
            <a:off x="8688556" y="2969082"/>
            <a:ext cx="1743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增量式发展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D04D81-E0AF-4974-A6F8-8C9D82440C0F}"/>
              </a:ext>
            </a:extLst>
          </p:cNvPr>
          <p:cNvSpPr/>
          <p:nvPr/>
        </p:nvSpPr>
        <p:spPr>
          <a:xfrm>
            <a:off x="3674432" y="1338255"/>
            <a:ext cx="4941729" cy="307778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1D54BDC5-C13F-405F-9776-5C04D93EDF6C}"/>
              </a:ext>
            </a:extLst>
          </p:cNvPr>
          <p:cNvSpPr txBox="1"/>
          <p:nvPr/>
        </p:nvSpPr>
        <p:spPr>
          <a:xfrm>
            <a:off x="3530882" y="1363398"/>
            <a:ext cx="52419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风险排序   失效分析   故障检测</a:t>
            </a:r>
            <a:r>
              <a:rPr lang="en-US" altLang="zh-CN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   状态监测   健康评估   寿命预测   维修支持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B1AC9B2E-7C38-42A4-919B-DFC77C63CEB5}"/>
              </a:ext>
            </a:extLst>
          </p:cNvPr>
          <p:cNvSpPr txBox="1"/>
          <p:nvPr/>
        </p:nvSpPr>
        <p:spPr>
          <a:xfrm>
            <a:off x="2048026" y="1336467"/>
            <a:ext cx="1326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模型驱动方法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10B0DD35-4934-4BE0-869F-A52C31AEDCD2}"/>
              </a:ext>
            </a:extLst>
          </p:cNvPr>
          <p:cNvSpPr/>
          <p:nvPr/>
        </p:nvSpPr>
        <p:spPr>
          <a:xfrm>
            <a:off x="5196840" y="2034259"/>
            <a:ext cx="3422094" cy="307778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89F7E3AE-5681-4E5C-9144-DFF9215E6E3C}"/>
              </a:ext>
            </a:extLst>
          </p:cNvPr>
          <p:cNvSpPr txBox="1"/>
          <p:nvPr/>
        </p:nvSpPr>
        <p:spPr>
          <a:xfrm>
            <a:off x="5154896" y="2059402"/>
            <a:ext cx="35020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   数据结构   数据预处理   数据训练   数据模型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7A30D6AB-9344-4145-A5C1-EC3DDBE9996E}"/>
              </a:ext>
            </a:extLst>
          </p:cNvPr>
          <p:cNvSpPr txBox="1"/>
          <p:nvPr/>
        </p:nvSpPr>
        <p:spPr>
          <a:xfrm>
            <a:off x="8972112" y="2034260"/>
            <a:ext cx="1296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数据驱动方法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46AB76D5-4CED-4F69-A5DE-AB70997EA63E}"/>
              </a:ext>
            </a:extLst>
          </p:cNvPr>
          <p:cNvSpPr/>
          <p:nvPr/>
        </p:nvSpPr>
        <p:spPr>
          <a:xfrm>
            <a:off x="3668554" y="2692971"/>
            <a:ext cx="2911315" cy="307778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65A13D6D-4C28-4B9C-B270-2BD929EFCEC1}"/>
              </a:ext>
            </a:extLst>
          </p:cNvPr>
          <p:cNvSpPr/>
          <p:nvPr/>
        </p:nvSpPr>
        <p:spPr>
          <a:xfrm>
            <a:off x="3662341" y="3159444"/>
            <a:ext cx="1391660" cy="307778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A65F004E-B23D-4C73-A0FE-B1991F70FAA8}"/>
              </a:ext>
            </a:extLst>
          </p:cNvPr>
          <p:cNvSpPr txBox="1"/>
          <p:nvPr/>
        </p:nvSpPr>
        <p:spPr>
          <a:xfrm>
            <a:off x="3656776" y="2706018"/>
            <a:ext cx="29230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传感阵列布局   软件架构定义   用户界面定义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CB89EE50-B97E-4B6A-AD78-04CDD11B7245}"/>
              </a:ext>
            </a:extLst>
          </p:cNvPr>
          <p:cNvSpPr/>
          <p:nvPr/>
        </p:nvSpPr>
        <p:spPr>
          <a:xfrm>
            <a:off x="5188209" y="3152288"/>
            <a:ext cx="1391660" cy="307778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0D9A356B-53AA-41AC-A8DE-B07BD3387E0A}"/>
              </a:ext>
            </a:extLst>
          </p:cNvPr>
          <p:cNvSpPr txBox="1"/>
          <p:nvPr/>
        </p:nvSpPr>
        <p:spPr>
          <a:xfrm>
            <a:off x="2048026" y="2936322"/>
            <a:ext cx="1284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产品形态定义</a:t>
            </a: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0C68A486-0810-466F-A35B-1CC821A1B5FB}"/>
              </a:ext>
            </a:extLst>
          </p:cNvPr>
          <p:cNvSpPr txBox="1"/>
          <p:nvPr/>
        </p:nvSpPr>
        <p:spPr>
          <a:xfrm>
            <a:off x="3656775" y="3171135"/>
            <a:ext cx="13847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</a:t>
            </a:r>
            <a:r>
              <a:rPr lang="en-US" altLang="zh-CN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数据集建立</a:t>
            </a: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3BA0637D-5A3F-40D5-9C5D-B9583D7CC35D}"/>
              </a:ext>
            </a:extLst>
          </p:cNvPr>
          <p:cNvSpPr txBox="1"/>
          <p:nvPr/>
        </p:nvSpPr>
        <p:spPr>
          <a:xfrm>
            <a:off x="5188376" y="3171135"/>
            <a:ext cx="13847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</a:t>
            </a:r>
            <a:r>
              <a:rPr lang="en-US" altLang="zh-CN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数据集完善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610049D7-7E34-49B1-874F-1FCBF25316C1}"/>
              </a:ext>
            </a:extLst>
          </p:cNvPr>
          <p:cNvSpPr/>
          <p:nvPr/>
        </p:nvSpPr>
        <p:spPr>
          <a:xfrm>
            <a:off x="5626366" y="5224080"/>
            <a:ext cx="1060192" cy="307778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DF50025C-DAC5-4548-8349-6E11AF574B24}"/>
              </a:ext>
            </a:extLst>
          </p:cNvPr>
          <p:cNvSpPr txBox="1"/>
          <p:nvPr/>
        </p:nvSpPr>
        <p:spPr>
          <a:xfrm>
            <a:off x="5620147" y="5235771"/>
            <a:ext cx="105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增加器件数量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A48CABD2-7E2E-4B7C-8306-01762BD4D85C}"/>
              </a:ext>
            </a:extLst>
          </p:cNvPr>
          <p:cNvSpPr/>
          <p:nvPr/>
        </p:nvSpPr>
        <p:spPr>
          <a:xfrm>
            <a:off x="5626366" y="5575731"/>
            <a:ext cx="1060192" cy="307778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3FE962BA-C5B8-4544-869E-97360CCA0EFD}"/>
              </a:ext>
            </a:extLst>
          </p:cNvPr>
          <p:cNvSpPr txBox="1"/>
          <p:nvPr/>
        </p:nvSpPr>
        <p:spPr>
          <a:xfrm>
            <a:off x="5620147" y="5587422"/>
            <a:ext cx="105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增加失效类型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5A7C06F7-9E15-4A2F-8A9C-0BC2B2457DAE}"/>
              </a:ext>
            </a:extLst>
          </p:cNvPr>
          <p:cNvSpPr/>
          <p:nvPr/>
        </p:nvSpPr>
        <p:spPr>
          <a:xfrm>
            <a:off x="7393132" y="5224080"/>
            <a:ext cx="1060192" cy="307778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A5F7264A-69E7-45CB-934D-0FD51A6CFAAE}"/>
              </a:ext>
            </a:extLst>
          </p:cNvPr>
          <p:cNvSpPr txBox="1"/>
          <p:nvPr/>
        </p:nvSpPr>
        <p:spPr>
          <a:xfrm>
            <a:off x="7386913" y="5235771"/>
            <a:ext cx="105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增加器件数量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00DBD66A-7A46-400B-A262-DD6746C8B247}"/>
              </a:ext>
            </a:extLst>
          </p:cNvPr>
          <p:cNvSpPr/>
          <p:nvPr/>
        </p:nvSpPr>
        <p:spPr>
          <a:xfrm>
            <a:off x="7393132" y="5575731"/>
            <a:ext cx="1060192" cy="307778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146F2564-21A2-41A4-90AD-3C6DBFCE8133}"/>
              </a:ext>
            </a:extLst>
          </p:cNvPr>
          <p:cNvSpPr txBox="1"/>
          <p:nvPr/>
        </p:nvSpPr>
        <p:spPr>
          <a:xfrm>
            <a:off x="7386913" y="5587422"/>
            <a:ext cx="105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增加失效类型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13995186-6F5D-4B83-909B-DB45A7BF6B4E}"/>
              </a:ext>
            </a:extLst>
          </p:cNvPr>
          <p:cNvSpPr/>
          <p:nvPr/>
        </p:nvSpPr>
        <p:spPr>
          <a:xfrm>
            <a:off x="7396698" y="4329273"/>
            <a:ext cx="1060192" cy="307778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89889677-F681-49F2-A740-5D3585D8F2A8}"/>
              </a:ext>
            </a:extLst>
          </p:cNvPr>
          <p:cNvSpPr txBox="1"/>
          <p:nvPr/>
        </p:nvSpPr>
        <p:spPr>
          <a:xfrm>
            <a:off x="7390479" y="4340964"/>
            <a:ext cx="105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扩充数据集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FEADC1F0-B7AD-4573-936E-A97B4174FEDE}"/>
              </a:ext>
            </a:extLst>
          </p:cNvPr>
          <p:cNvSpPr/>
          <p:nvPr/>
        </p:nvSpPr>
        <p:spPr>
          <a:xfrm>
            <a:off x="7396698" y="4680924"/>
            <a:ext cx="1060192" cy="307778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56D745B6-EEBD-4495-828D-82E380EFDC0B}"/>
              </a:ext>
            </a:extLst>
          </p:cNvPr>
          <p:cNvSpPr txBox="1"/>
          <p:nvPr/>
        </p:nvSpPr>
        <p:spPr>
          <a:xfrm>
            <a:off x="7390479" y="4692615"/>
            <a:ext cx="105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改进专家库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13E663B-FA05-4E7B-BB98-ACDA0EA255F7}"/>
              </a:ext>
            </a:extLst>
          </p:cNvPr>
          <p:cNvCxnSpPr/>
          <p:nvPr/>
        </p:nvCxnSpPr>
        <p:spPr>
          <a:xfrm>
            <a:off x="3530882" y="1873595"/>
            <a:ext cx="5241929" cy="0"/>
          </a:xfrm>
          <a:prstGeom prst="line">
            <a:avLst/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8F27BD96-BF84-4B48-88E7-1CB9EC4D8D16}"/>
              </a:ext>
            </a:extLst>
          </p:cNvPr>
          <p:cNvCxnSpPr/>
          <p:nvPr/>
        </p:nvCxnSpPr>
        <p:spPr>
          <a:xfrm>
            <a:off x="3530882" y="2467955"/>
            <a:ext cx="5241929" cy="0"/>
          </a:xfrm>
          <a:prstGeom prst="line">
            <a:avLst/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A6060C29-76EE-4F82-93B0-C3C3BB7CA11D}"/>
              </a:ext>
            </a:extLst>
          </p:cNvPr>
          <p:cNvSpPr/>
          <p:nvPr/>
        </p:nvSpPr>
        <p:spPr>
          <a:xfrm>
            <a:off x="3535680" y="2880360"/>
            <a:ext cx="5242560" cy="1691640"/>
          </a:xfrm>
          <a:custGeom>
            <a:avLst/>
            <a:gdLst>
              <a:gd name="connsiteX0" fmla="*/ 0 w 5242560"/>
              <a:gd name="connsiteY0" fmla="*/ 1691640 h 1691640"/>
              <a:gd name="connsiteX1" fmla="*/ 1341120 w 5242560"/>
              <a:gd name="connsiteY1" fmla="*/ 1691640 h 1691640"/>
              <a:gd name="connsiteX2" fmla="*/ 1341120 w 5242560"/>
              <a:gd name="connsiteY2" fmla="*/ 899160 h 1691640"/>
              <a:gd name="connsiteX3" fmla="*/ 3116580 w 5242560"/>
              <a:gd name="connsiteY3" fmla="*/ 899160 h 1691640"/>
              <a:gd name="connsiteX4" fmla="*/ 3116580 w 5242560"/>
              <a:gd name="connsiteY4" fmla="*/ 0 h 1691640"/>
              <a:gd name="connsiteX5" fmla="*/ 5242560 w 5242560"/>
              <a:gd name="connsiteY5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42560" h="1691640">
                <a:moveTo>
                  <a:pt x="0" y="1691640"/>
                </a:moveTo>
                <a:lnTo>
                  <a:pt x="1341120" y="1691640"/>
                </a:lnTo>
                <a:lnTo>
                  <a:pt x="1341120" y="899160"/>
                </a:lnTo>
                <a:lnTo>
                  <a:pt x="3116580" y="899160"/>
                </a:lnTo>
                <a:lnTo>
                  <a:pt x="3116580" y="0"/>
                </a:lnTo>
                <a:lnTo>
                  <a:pt x="5242560" y="0"/>
                </a:lnTo>
              </a:path>
            </a:pathLst>
          </a:cu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7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EC41814-C01E-44B8-94AB-9E6FE13A106C}"/>
              </a:ext>
            </a:extLst>
          </p:cNvPr>
          <p:cNvCxnSpPr/>
          <p:nvPr/>
        </p:nvCxnSpPr>
        <p:spPr>
          <a:xfrm>
            <a:off x="3194766" y="6376094"/>
            <a:ext cx="563893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B636E03-F84A-46DD-A580-B8C86AA1BA31}"/>
              </a:ext>
            </a:extLst>
          </p:cNvPr>
          <p:cNvCxnSpPr/>
          <p:nvPr/>
        </p:nvCxnSpPr>
        <p:spPr>
          <a:xfrm>
            <a:off x="2811780" y="586740"/>
            <a:ext cx="92430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標題 1">
            <a:extLst>
              <a:ext uri="{FF2B5EF4-FFF2-40B4-BE49-F238E27FC236}">
                <a16:creationId xmlns:a16="http://schemas.microsoft.com/office/drawing/2014/main" id="{50C7FB01-48E1-4BB0-8DF0-5600CD659869}"/>
              </a:ext>
            </a:extLst>
          </p:cNvPr>
          <p:cNvSpPr txBox="1">
            <a:spLocks/>
          </p:cNvSpPr>
          <p:nvPr/>
        </p:nvSpPr>
        <p:spPr bwMode="auto">
          <a:xfrm>
            <a:off x="2811773" y="228957"/>
            <a:ext cx="9243060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涉及技术：望（获取数据），闻（深入观察），问（过往</a:t>
            </a:r>
            <a:r>
              <a:rPr lang="en-US" altLang="zh-CN" sz="2000" b="0" dirty="0">
                <a:solidFill>
                  <a:schemeClr val="tx2"/>
                </a:solidFill>
              </a:rPr>
              <a:t>/</a:t>
            </a:r>
            <a:r>
              <a:rPr lang="zh-CN" altLang="en-US" sz="2000" b="0" dirty="0">
                <a:solidFill>
                  <a:schemeClr val="tx2"/>
                </a:solidFill>
              </a:rPr>
              <a:t>现在），切（诊断结论）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F5184F7F-FF9D-477F-B259-F6C34C30B372}"/>
              </a:ext>
            </a:extLst>
          </p:cNvPr>
          <p:cNvSpPr txBox="1">
            <a:spLocks/>
          </p:cNvSpPr>
          <p:nvPr/>
        </p:nvSpPr>
        <p:spPr bwMode="auto">
          <a:xfrm>
            <a:off x="28322" y="228957"/>
            <a:ext cx="2624159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TW" sz="2800" dirty="0"/>
              <a:t>How to do</a:t>
            </a:r>
            <a:endParaRPr lang="zh-TW" altLang="en-US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91770D-60CE-4BB4-A198-52221FA3143D}"/>
              </a:ext>
            </a:extLst>
          </p:cNvPr>
          <p:cNvSpPr/>
          <p:nvPr/>
        </p:nvSpPr>
        <p:spPr>
          <a:xfrm>
            <a:off x="3194766" y="960814"/>
            <a:ext cx="2746119" cy="2499673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39C47CE-ECF7-4FD8-9853-921192E7743C}"/>
              </a:ext>
            </a:extLst>
          </p:cNvPr>
          <p:cNvSpPr/>
          <p:nvPr/>
        </p:nvSpPr>
        <p:spPr>
          <a:xfrm>
            <a:off x="6087580" y="960814"/>
            <a:ext cx="2746119" cy="2499673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62C104-C143-45D2-B890-03516D567232}"/>
              </a:ext>
            </a:extLst>
          </p:cNvPr>
          <p:cNvSpPr/>
          <p:nvPr/>
        </p:nvSpPr>
        <p:spPr>
          <a:xfrm>
            <a:off x="3194766" y="3607181"/>
            <a:ext cx="2746119" cy="2499673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57E295-C549-449F-A322-2C34F4914A2A}"/>
              </a:ext>
            </a:extLst>
          </p:cNvPr>
          <p:cNvSpPr/>
          <p:nvPr/>
        </p:nvSpPr>
        <p:spPr>
          <a:xfrm>
            <a:off x="6087580" y="3607181"/>
            <a:ext cx="2746119" cy="2499673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0A54606-390A-4455-948A-B2F31BCCE4F1}"/>
              </a:ext>
            </a:extLst>
          </p:cNvPr>
          <p:cNvSpPr txBox="1"/>
          <p:nvPr/>
        </p:nvSpPr>
        <p:spPr>
          <a:xfrm>
            <a:off x="4615279" y="6222205"/>
            <a:ext cx="279790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面向服务器电源的关键</a:t>
            </a:r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PHM</a:t>
            </a:r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92A8C91-2A79-42B8-9ED8-AEF40C0FFA2D}"/>
              </a:ext>
            </a:extLst>
          </p:cNvPr>
          <p:cNvSpPr/>
          <p:nvPr/>
        </p:nvSpPr>
        <p:spPr>
          <a:xfrm>
            <a:off x="422747" y="967570"/>
            <a:ext cx="2746119" cy="2499674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600" b="1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望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87CDE81-B865-4FF7-984D-D4A220B5C83F}"/>
              </a:ext>
            </a:extLst>
          </p:cNvPr>
          <p:cNvSpPr/>
          <p:nvPr/>
        </p:nvSpPr>
        <p:spPr>
          <a:xfrm>
            <a:off x="8830921" y="940302"/>
            <a:ext cx="2746119" cy="2499674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600" b="1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闻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7ADDE68-C155-45F8-A5D1-9E2BD9C7DA81}"/>
              </a:ext>
            </a:extLst>
          </p:cNvPr>
          <p:cNvSpPr/>
          <p:nvPr/>
        </p:nvSpPr>
        <p:spPr>
          <a:xfrm>
            <a:off x="420889" y="3613938"/>
            <a:ext cx="2746119" cy="2499674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600" b="1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6FEDD85-F1E4-48EB-9A6E-AFE9F0E84204}"/>
              </a:ext>
            </a:extLst>
          </p:cNvPr>
          <p:cNvSpPr/>
          <p:nvPr/>
        </p:nvSpPr>
        <p:spPr>
          <a:xfrm>
            <a:off x="8830922" y="3614336"/>
            <a:ext cx="2746119" cy="2499674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E7C4548-B619-4F6F-B866-6C3F5C185E5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64602" y="3783331"/>
            <a:ext cx="689222" cy="379531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2A8C9EE-6A0D-479A-86A6-F8C05796D3A4}"/>
              </a:ext>
            </a:extLst>
          </p:cNvPr>
          <p:cNvCxnSpPr>
            <a:cxnSpLocks/>
            <a:stCxn id="3" idx="0"/>
            <a:endCxn id="3" idx="2"/>
          </p:cNvCxnSpPr>
          <p:nvPr/>
        </p:nvCxnSpPr>
        <p:spPr>
          <a:xfrm>
            <a:off x="4567826" y="960814"/>
            <a:ext cx="0" cy="249967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F4B1C24-0F7A-444F-B1E2-25EC021EB5B0}"/>
              </a:ext>
            </a:extLst>
          </p:cNvPr>
          <p:cNvCxnSpPr>
            <a:cxnSpLocks/>
            <a:stCxn id="14" idx="1"/>
            <a:endCxn id="14" idx="3"/>
          </p:cNvCxnSpPr>
          <p:nvPr/>
        </p:nvCxnSpPr>
        <p:spPr>
          <a:xfrm>
            <a:off x="6087580" y="2210651"/>
            <a:ext cx="274611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AAD965D-1FD7-4B52-8D1F-611B8665F695}"/>
              </a:ext>
            </a:extLst>
          </p:cNvPr>
          <p:cNvCxnSpPr>
            <a:cxnSpLocks/>
            <a:stCxn id="14" idx="0"/>
            <a:endCxn id="14" idx="2"/>
          </p:cNvCxnSpPr>
          <p:nvPr/>
        </p:nvCxnSpPr>
        <p:spPr>
          <a:xfrm>
            <a:off x="7460640" y="960814"/>
            <a:ext cx="0" cy="249967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5D12C48-4D69-4672-BFD9-684B0633FE6F}"/>
              </a:ext>
            </a:extLst>
          </p:cNvPr>
          <p:cNvCxnSpPr>
            <a:cxnSpLocks/>
            <a:stCxn id="16" idx="1"/>
            <a:endCxn id="16" idx="3"/>
          </p:cNvCxnSpPr>
          <p:nvPr/>
        </p:nvCxnSpPr>
        <p:spPr>
          <a:xfrm>
            <a:off x="3194766" y="4857018"/>
            <a:ext cx="274611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9B8E58EC-274E-499E-BE45-E6AF419C4644}"/>
              </a:ext>
            </a:extLst>
          </p:cNvPr>
          <p:cNvCxnSpPr>
            <a:cxnSpLocks/>
            <a:stCxn id="16" idx="0"/>
            <a:endCxn id="16" idx="2"/>
          </p:cNvCxnSpPr>
          <p:nvPr/>
        </p:nvCxnSpPr>
        <p:spPr>
          <a:xfrm>
            <a:off x="4567826" y="3607181"/>
            <a:ext cx="0" cy="249967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905DFC9-2C7C-43AF-A297-CD44FFC45315}"/>
              </a:ext>
            </a:extLst>
          </p:cNvPr>
          <p:cNvCxnSpPr>
            <a:cxnSpLocks/>
            <a:stCxn id="17" idx="1"/>
            <a:endCxn id="17" idx="3"/>
          </p:cNvCxnSpPr>
          <p:nvPr/>
        </p:nvCxnSpPr>
        <p:spPr>
          <a:xfrm>
            <a:off x="6087580" y="4857018"/>
            <a:ext cx="274611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C33702A-3012-4F7B-AB03-BADF98EDE675}"/>
              </a:ext>
            </a:extLst>
          </p:cNvPr>
          <p:cNvCxnSpPr>
            <a:cxnSpLocks/>
            <a:stCxn id="17" idx="0"/>
            <a:endCxn id="17" idx="2"/>
          </p:cNvCxnSpPr>
          <p:nvPr/>
        </p:nvCxnSpPr>
        <p:spPr>
          <a:xfrm>
            <a:off x="7460640" y="3607181"/>
            <a:ext cx="0" cy="249967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62B66B5-C315-4C4A-A442-793A606E322B}"/>
              </a:ext>
            </a:extLst>
          </p:cNvPr>
          <p:cNvCxnSpPr>
            <a:cxnSpLocks/>
            <a:stCxn id="3" idx="1"/>
            <a:endCxn id="3" idx="3"/>
          </p:cNvCxnSpPr>
          <p:nvPr/>
        </p:nvCxnSpPr>
        <p:spPr>
          <a:xfrm>
            <a:off x="3194766" y="2210651"/>
            <a:ext cx="274611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DFC031EA-0490-4555-89F4-7CA627A0E354}"/>
              </a:ext>
            </a:extLst>
          </p:cNvPr>
          <p:cNvSpPr txBox="1"/>
          <p:nvPr/>
        </p:nvSpPr>
        <p:spPr>
          <a:xfrm>
            <a:off x="4572887" y="2809969"/>
            <a:ext cx="13612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400" b="1" dirty="0">
                <a:solidFill>
                  <a:srgbClr val="0087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图形用户界面</a:t>
            </a:r>
            <a:endParaRPr lang="en-US" altLang="zh-CN" sz="1400" b="1" dirty="0">
              <a:solidFill>
                <a:srgbClr val="0087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spcBef>
                <a:spcPts val="600"/>
              </a:spcBef>
            </a:pPr>
            <a:r>
              <a:rPr lang="zh-CN" altLang="en-US" sz="800" dirty="0">
                <a:solidFill>
                  <a:srgbClr val="0087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用于展示设备当前状态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C8A7068-AD0E-4ABC-B390-2BB502E490D3}"/>
              </a:ext>
            </a:extLst>
          </p:cNvPr>
          <p:cNvSpPr txBox="1"/>
          <p:nvPr/>
        </p:nvSpPr>
        <p:spPr>
          <a:xfrm>
            <a:off x="3211611" y="2806728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非均匀采样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信号采样技术，用于采样高频信号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0F959D4-E59B-4B42-B137-4EEB5CDA691F}"/>
              </a:ext>
            </a:extLst>
          </p:cNvPr>
          <p:cNvSpPr txBox="1"/>
          <p:nvPr/>
        </p:nvSpPr>
        <p:spPr>
          <a:xfrm>
            <a:off x="4552682" y="1564046"/>
            <a:ext cx="13612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工作日志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用于日常故障记录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9BB34E4-E075-4BBD-99A9-3FBC985B1F65}"/>
              </a:ext>
            </a:extLst>
          </p:cNvPr>
          <p:cNvSpPr txBox="1"/>
          <p:nvPr/>
        </p:nvSpPr>
        <p:spPr>
          <a:xfrm>
            <a:off x="3191406" y="1560805"/>
            <a:ext cx="13612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信号重构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复原原始采样信号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1A9EF67-8B6A-4191-BF97-969A0091EA90}"/>
              </a:ext>
            </a:extLst>
          </p:cNvPr>
          <p:cNvSpPr txBox="1"/>
          <p:nvPr/>
        </p:nvSpPr>
        <p:spPr>
          <a:xfrm>
            <a:off x="7460641" y="2806728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400" b="1" dirty="0">
                <a:solidFill>
                  <a:srgbClr val="0087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虚拟示波器</a:t>
            </a:r>
            <a:endParaRPr lang="en-US" altLang="zh-CN" sz="1400" b="1" dirty="0">
              <a:solidFill>
                <a:srgbClr val="0087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spcBef>
                <a:spcPts val="600"/>
              </a:spcBef>
            </a:pPr>
            <a:r>
              <a:rPr lang="zh-CN" altLang="en-US" sz="800" dirty="0">
                <a:solidFill>
                  <a:srgbClr val="0087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用于采集、记录并展示相关电压电流波形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C6A4D77-8E58-4D07-8C58-58273814F8DA}"/>
              </a:ext>
            </a:extLst>
          </p:cNvPr>
          <p:cNvSpPr txBox="1"/>
          <p:nvPr/>
        </p:nvSpPr>
        <p:spPr>
          <a:xfrm>
            <a:off x="6099365" y="2803487"/>
            <a:ext cx="13612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数据驱动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状态方程求解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404130C-459D-4EA6-86CD-B9088DF08B83}"/>
              </a:ext>
            </a:extLst>
          </p:cNvPr>
          <p:cNvSpPr txBox="1"/>
          <p:nvPr/>
        </p:nvSpPr>
        <p:spPr>
          <a:xfrm>
            <a:off x="7440436" y="1560805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数字孪生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闭环在线仿真技术，用于求解模型参数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94F7B85-9C0A-49F5-98D3-08B67B201708}"/>
              </a:ext>
            </a:extLst>
          </p:cNvPr>
          <p:cNvSpPr txBox="1"/>
          <p:nvPr/>
        </p:nvSpPr>
        <p:spPr>
          <a:xfrm>
            <a:off x="6079160" y="1557564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参数识别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基于状态空间模型进行关键参数监控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2A3847D-3606-43C8-A019-1C748B654979}"/>
              </a:ext>
            </a:extLst>
          </p:cNvPr>
          <p:cNvSpPr txBox="1"/>
          <p:nvPr/>
        </p:nvSpPr>
        <p:spPr>
          <a:xfrm>
            <a:off x="7489851" y="5437376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预测算法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随机过程、机器学习等算法，用于寿命预测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31DD2BC-8FE7-47EA-95FA-E0D6C3FDFFA3}"/>
              </a:ext>
            </a:extLst>
          </p:cNvPr>
          <p:cNvSpPr txBox="1"/>
          <p:nvPr/>
        </p:nvSpPr>
        <p:spPr>
          <a:xfrm>
            <a:off x="6128575" y="5434135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专家库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进行结果分析，生成专业健康管理意见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C238936-F5D9-4298-A08C-7FEAD501E444}"/>
              </a:ext>
            </a:extLst>
          </p:cNvPr>
          <p:cNvSpPr txBox="1"/>
          <p:nvPr/>
        </p:nvSpPr>
        <p:spPr>
          <a:xfrm>
            <a:off x="7469646" y="4207908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风险排序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en-US" altLang="zh-CN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Risk Ranking </a:t>
            </a: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由于排序失效原因可能性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3E900C5-DF81-46AE-A981-B1061E72683A}"/>
              </a:ext>
            </a:extLst>
          </p:cNvPr>
          <p:cNvSpPr txBox="1"/>
          <p:nvPr/>
        </p:nvSpPr>
        <p:spPr>
          <a:xfrm>
            <a:off x="6108370" y="4204667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故障树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建立数结构，快速定位故障发生原因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F78A317-F24B-4AEF-B7B2-89613AC5E953}"/>
              </a:ext>
            </a:extLst>
          </p:cNvPr>
          <p:cNvSpPr txBox="1"/>
          <p:nvPr/>
        </p:nvSpPr>
        <p:spPr>
          <a:xfrm>
            <a:off x="4574567" y="5431554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健康报告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用于记录某一时刻设备全范围健康状态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EE2BC86D-D5D5-47C1-BC1D-CFC41D464D95}"/>
              </a:ext>
            </a:extLst>
          </p:cNvPr>
          <p:cNvSpPr txBox="1"/>
          <p:nvPr/>
        </p:nvSpPr>
        <p:spPr>
          <a:xfrm>
            <a:off x="3213291" y="5428313"/>
            <a:ext cx="13612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DEFMA</a:t>
            </a: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设计失效模式分析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1DB6C1E9-3AC8-4076-BEA6-18DDDD290D4B}"/>
              </a:ext>
            </a:extLst>
          </p:cNvPr>
          <p:cNvSpPr txBox="1"/>
          <p:nvPr/>
        </p:nvSpPr>
        <p:spPr>
          <a:xfrm>
            <a:off x="4554362" y="4202086"/>
            <a:ext cx="13612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模型库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仿真模型库及算法库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3B74EC6-CA27-4C77-AC0B-01F1660994DE}"/>
              </a:ext>
            </a:extLst>
          </p:cNvPr>
          <p:cNvSpPr txBox="1"/>
          <p:nvPr/>
        </p:nvSpPr>
        <p:spPr>
          <a:xfrm>
            <a:off x="3193086" y="4198845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黑匣子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波形数据记录功能，用于存储故障前数据</a:t>
            </a: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808890F5-9EFC-477D-9FB4-62F58144DD2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15011" y="2442750"/>
            <a:ext cx="412639" cy="357159"/>
          </a:xfrm>
          <a:prstGeom prst="rect">
            <a:avLst/>
          </a:prstGeom>
        </p:spPr>
      </p:pic>
      <p:pic>
        <p:nvPicPr>
          <p:cNvPr id="76" name="Picture 4" descr="https://img95.699pic.com/xsj/0p/tq/vu.jpg%21/fw/700/watermark/url/L3hzai93YXRlcl9kZXRhaWwyLnBuZw/align/southeast">
            <a:extLst>
              <a:ext uri="{FF2B5EF4-FFF2-40B4-BE49-F238E27FC236}">
                <a16:creationId xmlns:a16="http://schemas.microsoft.com/office/drawing/2014/main" id="{FE0028BD-C590-4628-98D8-A812B8FE0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143" r="90000">
                        <a14:foregroundMark x1="72857" y1="74429" x2="72857" y2="74429"/>
                        <a14:foregroundMark x1="61857" y1="57571" x2="61857" y2="57571"/>
                        <a14:foregroundMark x1="48429" y1="47000" x2="48429" y2="47000"/>
                        <a14:foregroundMark x1="63286" y1="38429" x2="63286" y2="38429"/>
                        <a14:foregroundMark x1="8143" y1="73714" x2="8143" y2="73714"/>
                        <a14:foregroundMark x1="22143" y1="90000" x2="22143" y2="9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613" y="5047229"/>
            <a:ext cx="352848" cy="35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A124286E-7CC2-47C7-80C3-AED0DDD7FDC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505" b="95882" l="4338" r="92466">
                        <a14:foregroundMark x1="33562" y1="4633" x2="33562" y2="4633"/>
                        <a14:foregroundMark x1="45662" y1="39640" x2="45662" y2="39640"/>
                        <a14:foregroundMark x1="4338" y1="39382" x2="4338" y2="39382"/>
                        <a14:foregroundMark x1="85502" y1="39640" x2="85502" y2="39640"/>
                        <a14:foregroundMark x1="92466" y1="80695" x2="92466" y2="80695"/>
                        <a14:foregroundMark x1="89954" y1="95882" x2="89954" y2="95882"/>
                        <a14:foregroundMark x1="47146" y1="65508" x2="47146" y2="655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68570" y="1181316"/>
            <a:ext cx="377056" cy="334443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664F7E69-B07B-4612-BA3C-D2BC0F92CC60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3579" b="98737" l="5274" r="96552">
                        <a14:foregroundMark x1="30933" y1="26737" x2="30933" y2="26737"/>
                        <a14:foregroundMark x1="31034" y1="16105" x2="31440" y2="25895"/>
                        <a14:foregroundMark x1="31440" y1="25895" x2="31339" y2="26105"/>
                        <a14:foregroundMark x1="43002" y1="11684" x2="48682" y2="17263"/>
                        <a14:foregroundMark x1="48682" y1="17263" x2="55477" y2="15684"/>
                        <a14:foregroundMark x1="55477" y1="15684" x2="68560" y2="8632"/>
                        <a14:foregroundMark x1="68560" y1="8632" x2="72819" y2="14316"/>
                        <a14:foregroundMark x1="72819" y1="14316" x2="72211" y2="22632"/>
                        <a14:foregroundMark x1="72211" y1="22632" x2="73834" y2="29579"/>
                        <a14:foregroundMark x1="73834" y1="29579" x2="76166" y2="30526"/>
                        <a14:foregroundMark x1="63185" y1="4526" x2="63185" y2="4526"/>
                        <a14:foregroundMark x1="26775" y1="29684" x2="26775" y2="29684"/>
                        <a14:foregroundMark x1="12779" y1="29789" x2="12779" y2="29789"/>
                        <a14:foregroundMark x1="8722" y1="36211" x2="8722" y2="36211"/>
                        <a14:foregroundMark x1="25254" y1="30526" x2="10649" y2="31053"/>
                        <a14:foregroundMark x1="10649" y1="31053" x2="8621" y2="38105"/>
                        <a14:foregroundMark x1="8621" y1="38105" x2="19777" y2="48211"/>
                        <a14:foregroundMark x1="19777" y1="48211" x2="18763" y2="55579"/>
                        <a14:foregroundMark x1="18763" y1="55579" x2="13286" y2="60105"/>
                        <a14:foregroundMark x1="13286" y1="60105" x2="9229" y2="66316"/>
                        <a14:foregroundMark x1="9229" y1="66316" x2="11968" y2="72842"/>
                        <a14:foregroundMark x1="11968" y1="72842" x2="18763" y2="72316"/>
                        <a14:foregroundMark x1="18763" y1="72316" x2="25659" y2="72526"/>
                        <a14:foregroundMark x1="25659" y1="72526" x2="30730" y2="77684"/>
                        <a14:foregroundMark x1="30730" y1="77684" x2="29615" y2="84632"/>
                        <a14:foregroundMark x1="29615" y1="84632" x2="30223" y2="91684"/>
                        <a14:foregroundMark x1="30223" y1="91684" x2="36714" y2="94421"/>
                        <a14:foregroundMark x1="36714" y1="94421" x2="47363" y2="84947"/>
                        <a14:foregroundMark x1="47363" y1="84947" x2="54665" y2="84842"/>
                        <a14:foregroundMark x1="54665" y1="84842" x2="58418" y2="91263"/>
                        <a14:foregroundMark x1="58418" y1="91263" x2="64503" y2="94842"/>
                        <a14:foregroundMark x1="64503" y1="94842" x2="71197" y2="91895"/>
                        <a14:foregroundMark x1="71197" y1="91895" x2="72515" y2="84737"/>
                        <a14:foregroundMark x1="72515" y1="84737" x2="71602" y2="77789"/>
                        <a14:foregroundMark x1="71602" y1="77789" x2="74645" y2="71053"/>
                        <a14:foregroundMark x1="74645" y1="71053" x2="81744" y2="70526"/>
                        <a14:foregroundMark x1="81744" y1="70526" x2="88945" y2="71579"/>
                        <a14:foregroundMark x1="88945" y1="71579" x2="93509" y2="66000"/>
                        <a14:foregroundMark x1="93509" y1="66000" x2="84077" y2="55474"/>
                        <a14:foregroundMark x1="84077" y1="55474" x2="81440" y2="48526"/>
                        <a14:foregroundMark x1="81440" y1="48526" x2="92089" y2="39579"/>
                        <a14:foregroundMark x1="92089" y1="39579" x2="92394" y2="32526"/>
                        <a14:foregroundMark x1="92394" y1="32526" x2="86308" y2="29158"/>
                        <a14:foregroundMark x1="86308" y1="29158" x2="78702" y2="29895"/>
                        <a14:foregroundMark x1="78702" y1="29895" x2="72515" y2="26526"/>
                        <a14:foregroundMark x1="72515" y1="26526" x2="70892" y2="12316"/>
                        <a14:foregroundMark x1="70892" y1="12316" x2="65314" y2="7895"/>
                        <a14:foregroundMark x1="65314" y1="7895" x2="58621" y2="11579"/>
                        <a14:foregroundMark x1="58621" y1="11579" x2="53347" y2="16947"/>
                        <a14:foregroundMark x1="53347" y1="16947" x2="46349" y2="17895"/>
                        <a14:foregroundMark x1="46349" y1="17895" x2="43205" y2="11684"/>
                        <a14:foregroundMark x1="43205" y1="11684" x2="37018" y2="7895"/>
                        <a14:foregroundMark x1="37018" y1="7895" x2="31034" y2="11368"/>
                        <a14:foregroundMark x1="31034" y1="11368" x2="29716" y2="25789"/>
                        <a14:foregroundMark x1="29716" y1="25789" x2="25152" y2="30632"/>
                        <a14:foregroundMark x1="50913" y1="44421" x2="44929" y2="48316"/>
                        <a14:foregroundMark x1="44929" y1="48316" x2="46045" y2="55474"/>
                        <a14:foregroundMark x1="46045" y1="55474" x2="53245" y2="56632"/>
                        <a14:foregroundMark x1="53245" y1="56632" x2="56288" y2="50316"/>
                        <a14:foregroundMark x1="56288" y1="50316" x2="52130" y2="44632"/>
                        <a14:foregroundMark x1="52130" y1="44632" x2="51116" y2="44316"/>
                        <a14:foregroundMark x1="61156" y1="92000" x2="66531" y2="96316"/>
                        <a14:foregroundMark x1="66531" y1="96316" x2="69675" y2="94947"/>
                        <a14:foregroundMark x1="38945" y1="97474" x2="38945" y2="97474"/>
                        <a14:foregroundMark x1="7201" y1="63789" x2="7201" y2="63789"/>
                        <a14:foregroundMark x1="6187" y1="38000" x2="6187" y2="38000"/>
                        <a14:foregroundMark x1="5274" y1="63684" x2="5274" y2="63684"/>
                        <a14:foregroundMark x1="96450" y1="64211" x2="96450" y2="64211"/>
                        <a14:foregroundMark x1="96653" y1="38316" x2="96653" y2="38316"/>
                        <a14:foregroundMark x1="38945" y1="3895" x2="38945" y2="3895"/>
                        <a14:foregroundMark x1="63286" y1="3684" x2="63286" y2="3684"/>
                        <a14:foregroundMark x1="63489" y1="98211" x2="63489" y2="98211"/>
                        <a14:foregroundMark x1="38844" y1="98737" x2="38844" y2="98737"/>
                        <a14:backgroundMark x1="46045" y1="32947" x2="37728" y2="34211"/>
                        <a14:backgroundMark x1="37728" y1="34211" x2="31542" y2="40105"/>
                        <a14:backgroundMark x1="31542" y1="40105" x2="32150" y2="57789"/>
                        <a14:backgroundMark x1="32150" y1="57789" x2="36105" y2="67053"/>
                        <a14:backgroundMark x1="36105" y1="67053" x2="43611" y2="71684"/>
                        <a14:backgroundMark x1="43611" y1="71684" x2="53245" y2="70632"/>
                        <a14:backgroundMark x1="53245" y1="70632" x2="61866" y2="65789"/>
                        <a14:backgroundMark x1="61866" y1="65789" x2="67039" y2="55053"/>
                        <a14:backgroundMark x1="67039" y1="55053" x2="66836" y2="44316"/>
                        <a14:backgroundMark x1="66836" y1="44316" x2="60953" y2="35474"/>
                        <a14:backgroundMark x1="60953" y1="35474" x2="52637" y2="30842"/>
                        <a14:backgroundMark x1="52637" y1="30842" x2="47972" y2="302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20257" y="5123306"/>
            <a:ext cx="169337" cy="163155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BDA3B336-1A27-4871-AA49-44CC710948B5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41006" y="5012738"/>
            <a:ext cx="336411" cy="368836"/>
          </a:xfrm>
          <a:prstGeom prst="rect">
            <a:avLst/>
          </a:prstGeom>
          <a:effectLst/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AD54674A-0382-4140-AE8D-A82E8067EF45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51328" y="3776625"/>
            <a:ext cx="519065" cy="428895"/>
          </a:xfrm>
          <a:prstGeom prst="rect">
            <a:avLst/>
          </a:prstGeom>
        </p:spPr>
      </p:pic>
      <p:graphicFrame>
        <p:nvGraphicFramePr>
          <p:cNvPr id="83" name="图表 82">
            <a:extLst>
              <a:ext uri="{FF2B5EF4-FFF2-40B4-BE49-F238E27FC236}">
                <a16:creationId xmlns:a16="http://schemas.microsoft.com/office/drawing/2014/main" id="{60A37B33-E200-41C6-B305-FD66933A54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9284518"/>
              </p:ext>
            </p:extLst>
          </p:nvPr>
        </p:nvGraphicFramePr>
        <p:xfrm>
          <a:off x="7677067" y="3600025"/>
          <a:ext cx="986843" cy="709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pic>
        <p:nvPicPr>
          <p:cNvPr id="88" name="图片 87">
            <a:extLst>
              <a:ext uri="{FF2B5EF4-FFF2-40B4-BE49-F238E27FC236}">
                <a16:creationId xmlns:a16="http://schemas.microsoft.com/office/drawing/2014/main" id="{C9E3EC17-0B03-4644-9EDB-A1656AFA34DE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46730" y="3764713"/>
            <a:ext cx="462866" cy="445003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63826B8F-C0E1-4B81-8BBE-204E77215B3C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667" b="95185" l="5780" r="95376">
                        <a14:foregroundMark x1="24277" y1="7407" x2="24277" y2="7407"/>
                        <a14:foregroundMark x1="6647" y1="10741" x2="6647" y2="10741"/>
                        <a14:foregroundMark x1="65318" y1="8519" x2="65318" y2="8519"/>
                        <a14:foregroundMark x1="93642" y1="9630" x2="93642" y2="9630"/>
                        <a14:foregroundMark x1="95376" y1="17407" x2="95376" y2="17407"/>
                        <a14:foregroundMark x1="19364" y1="95185" x2="19364" y2="95185"/>
                        <a14:foregroundMark x1="71965" y1="78148" x2="71965" y2="78148"/>
                        <a14:foregroundMark x1="34393" y1="70741" x2="34393" y2="70741"/>
                        <a14:foregroundMark x1="17341" y1="67407" x2="17341" y2="67407"/>
                        <a14:foregroundMark x1="21098" y1="25926" x2="21098" y2="25926"/>
                        <a14:foregroundMark x1="81792" y1="16667" x2="81792" y2="16667"/>
                        <a14:foregroundMark x1="82370" y1="49259" x2="82370" y2="49259"/>
                        <a14:foregroundMark x1="81792" y1="58148" x2="81792" y2="58148"/>
                        <a14:foregroundMark x1="57514" y1="67037" x2="57514" y2="67037"/>
                        <a14:foregroundMark x1="50000" y1="67037" x2="50000" y2="67037"/>
                        <a14:foregroundMark x1="41908" y1="66667" x2="41908" y2="66667"/>
                        <a14:foregroundMark x1="41618" y1="77407" x2="41618" y2="77407"/>
                        <a14:foregroundMark x1="50000" y1="77778" x2="50000" y2="77778"/>
                        <a14:foregroundMark x1="58092" y1="77407" x2="58092" y2="774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82361" y="2375164"/>
            <a:ext cx="538332" cy="420085"/>
          </a:xfrm>
          <a:prstGeom prst="rect">
            <a:avLst/>
          </a:prstGeom>
        </p:spPr>
      </p:pic>
      <p:pic>
        <p:nvPicPr>
          <p:cNvPr id="90" name="图片 1" descr="image001">
            <a:extLst>
              <a:ext uri="{FF2B5EF4-FFF2-40B4-BE49-F238E27FC236}">
                <a16:creationId xmlns:a16="http://schemas.microsoft.com/office/drawing/2014/main" id="{02A8AA44-A019-4196-B8C7-462F77D89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291" y="2429969"/>
            <a:ext cx="654196" cy="355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2142B57A-F1E3-42D3-9FBC-D68CDE568BE3}"/>
              </a:ext>
            </a:extLst>
          </p:cNvPr>
          <p:cNvGrpSpPr/>
          <p:nvPr/>
        </p:nvGrpSpPr>
        <p:grpSpPr>
          <a:xfrm>
            <a:off x="4940645" y="1054628"/>
            <a:ext cx="580295" cy="473422"/>
            <a:chOff x="596342" y="5029059"/>
            <a:chExt cx="580295" cy="473422"/>
          </a:xfrm>
        </p:grpSpPr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D4ACE56A-FD16-40A8-8F89-96496DE594EE}"/>
                </a:ext>
              </a:extLst>
            </p:cNvPr>
            <p:cNvGrpSpPr/>
            <p:nvPr/>
          </p:nvGrpSpPr>
          <p:grpSpPr>
            <a:xfrm>
              <a:off x="800534" y="5029059"/>
              <a:ext cx="376103" cy="387500"/>
              <a:chOff x="800534" y="5029059"/>
              <a:chExt cx="376103" cy="387500"/>
            </a:xfrm>
          </p:grpSpPr>
          <p:pic>
            <p:nvPicPr>
              <p:cNvPr id="95" name="图片 94">
                <a:extLst>
                  <a:ext uri="{FF2B5EF4-FFF2-40B4-BE49-F238E27FC236}">
                    <a16:creationId xmlns:a16="http://schemas.microsoft.com/office/drawing/2014/main" id="{2DA2F447-870F-4C53-AF45-548C8CA964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00534" y="5029059"/>
                <a:ext cx="376103" cy="38750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539272B-164C-4F0F-B9B1-12617DD5B191}"/>
                  </a:ext>
                </a:extLst>
              </p:cNvPr>
              <p:cNvSpPr/>
              <p:nvPr/>
            </p:nvSpPr>
            <p:spPr>
              <a:xfrm>
                <a:off x="905645" y="5136219"/>
                <a:ext cx="172284" cy="230505"/>
              </a:xfrm>
              <a:prstGeom prst="rect">
                <a:avLst/>
              </a:prstGeom>
              <a:solidFill>
                <a:srgbClr val="F5F9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635A53C0-D428-4501-B8DD-0DA4490F6337}"/>
                  </a:ext>
                </a:extLst>
              </p:cNvPr>
              <p:cNvSpPr txBox="1"/>
              <p:nvPr/>
            </p:nvSpPr>
            <p:spPr>
              <a:xfrm>
                <a:off x="865696" y="5086384"/>
                <a:ext cx="10534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tx2"/>
                    </a:solidFill>
                  </a:rPr>
                  <a:t>A</a:t>
                </a:r>
                <a:endParaRPr lang="zh-CN" altLang="en-US" sz="6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109" name="组合 108">
                <a:extLst>
                  <a:ext uri="{FF2B5EF4-FFF2-40B4-BE49-F238E27FC236}">
                    <a16:creationId xmlns:a16="http://schemas.microsoft.com/office/drawing/2014/main" id="{3E918BED-BCDB-4A78-88DB-FCBC82D6AA77}"/>
                  </a:ext>
                </a:extLst>
              </p:cNvPr>
              <p:cNvGrpSpPr/>
              <p:nvPr/>
            </p:nvGrpSpPr>
            <p:grpSpPr>
              <a:xfrm>
                <a:off x="898046" y="5149667"/>
                <a:ext cx="187408" cy="203607"/>
                <a:chOff x="1230433" y="5051947"/>
                <a:chExt cx="187408" cy="258965"/>
              </a:xfrm>
            </p:grpSpPr>
            <p:cxnSp>
              <p:nvCxnSpPr>
                <p:cNvPr id="100" name="直接连接符 99">
                  <a:extLst>
                    <a:ext uri="{FF2B5EF4-FFF2-40B4-BE49-F238E27FC236}">
                      <a16:creationId xmlns:a16="http://schemas.microsoft.com/office/drawing/2014/main" id="{798D25FC-7785-4277-9841-4E5FCE8E0F09}"/>
                    </a:ext>
                  </a:extLst>
                </p:cNvPr>
                <p:cNvCxnSpPr/>
                <p:nvPr/>
              </p:nvCxnSpPr>
              <p:spPr>
                <a:xfrm>
                  <a:off x="1294016" y="5051947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连接符 100">
                  <a:extLst>
                    <a:ext uri="{FF2B5EF4-FFF2-40B4-BE49-F238E27FC236}">
                      <a16:creationId xmlns:a16="http://schemas.microsoft.com/office/drawing/2014/main" id="{3DB7F9EC-927E-451A-AB2C-8BCA3DDFD295}"/>
                    </a:ext>
                  </a:extLst>
                </p:cNvPr>
                <p:cNvCxnSpPr/>
                <p:nvPr/>
              </p:nvCxnSpPr>
              <p:spPr>
                <a:xfrm>
                  <a:off x="1294016" y="5095108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连接符 101">
                  <a:extLst>
                    <a:ext uri="{FF2B5EF4-FFF2-40B4-BE49-F238E27FC236}">
                      <a16:creationId xmlns:a16="http://schemas.microsoft.com/office/drawing/2014/main" id="{397A0CC7-D122-4BCF-B269-7972980A9E44}"/>
                    </a:ext>
                  </a:extLst>
                </p:cNvPr>
                <p:cNvCxnSpPr/>
                <p:nvPr/>
              </p:nvCxnSpPr>
              <p:spPr>
                <a:xfrm>
                  <a:off x="1294016" y="5138269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>
                  <a:extLst>
                    <a:ext uri="{FF2B5EF4-FFF2-40B4-BE49-F238E27FC236}">
                      <a16:creationId xmlns:a16="http://schemas.microsoft.com/office/drawing/2014/main" id="{37611F8A-04AF-4003-AB8C-AFFE498436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181430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>
                  <a:extLst>
                    <a:ext uri="{FF2B5EF4-FFF2-40B4-BE49-F238E27FC236}">
                      <a16:creationId xmlns:a16="http://schemas.microsoft.com/office/drawing/2014/main" id="{FED50F1C-9D77-4362-AC27-F83EE983F2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224591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连接符 106">
                  <a:extLst>
                    <a:ext uri="{FF2B5EF4-FFF2-40B4-BE49-F238E27FC236}">
                      <a16:creationId xmlns:a16="http://schemas.microsoft.com/office/drawing/2014/main" id="{1A90D902-C72E-4C44-88E2-BB8CB6A686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267752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>
                  <a:extLst>
                    <a:ext uri="{FF2B5EF4-FFF2-40B4-BE49-F238E27FC236}">
                      <a16:creationId xmlns:a16="http://schemas.microsoft.com/office/drawing/2014/main" id="{2F477117-B0EA-4137-9DC4-668A447C3F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310912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352B5C9E-6325-464B-ADA7-DA4EBE8DB866}"/>
                </a:ext>
              </a:extLst>
            </p:cNvPr>
            <p:cNvGrpSpPr/>
            <p:nvPr/>
          </p:nvGrpSpPr>
          <p:grpSpPr>
            <a:xfrm>
              <a:off x="698438" y="5072020"/>
              <a:ext cx="376103" cy="387500"/>
              <a:chOff x="800534" y="5029059"/>
              <a:chExt cx="376103" cy="387500"/>
            </a:xfrm>
          </p:grpSpPr>
          <p:pic>
            <p:nvPicPr>
              <p:cNvPr id="112" name="图片 111">
                <a:extLst>
                  <a:ext uri="{FF2B5EF4-FFF2-40B4-BE49-F238E27FC236}">
                    <a16:creationId xmlns:a16="http://schemas.microsoft.com/office/drawing/2014/main" id="{03DE10EA-B048-4194-A3B3-A0F7B68C13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00534" y="5029059"/>
                <a:ext cx="376103" cy="38750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B16801B7-A2E1-42C6-9486-2B0FA83ADB0A}"/>
                  </a:ext>
                </a:extLst>
              </p:cNvPr>
              <p:cNvSpPr/>
              <p:nvPr/>
            </p:nvSpPr>
            <p:spPr>
              <a:xfrm>
                <a:off x="905645" y="5136219"/>
                <a:ext cx="172284" cy="230505"/>
              </a:xfrm>
              <a:prstGeom prst="rect">
                <a:avLst/>
              </a:prstGeom>
              <a:solidFill>
                <a:srgbClr val="F5F9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EF08E36C-FC3C-45FD-A229-A5B63E287E7A}"/>
                  </a:ext>
                </a:extLst>
              </p:cNvPr>
              <p:cNvSpPr txBox="1"/>
              <p:nvPr/>
            </p:nvSpPr>
            <p:spPr>
              <a:xfrm>
                <a:off x="865696" y="5086384"/>
                <a:ext cx="10534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tx2"/>
                    </a:solidFill>
                  </a:rPr>
                  <a:t>A</a:t>
                </a:r>
                <a:endParaRPr lang="zh-CN" altLang="en-US" sz="6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2784E009-90FB-41B5-A2A6-B5F9E0B6A10B}"/>
                  </a:ext>
                </a:extLst>
              </p:cNvPr>
              <p:cNvGrpSpPr/>
              <p:nvPr/>
            </p:nvGrpSpPr>
            <p:grpSpPr>
              <a:xfrm>
                <a:off x="898046" y="5149667"/>
                <a:ext cx="187408" cy="203607"/>
                <a:chOff x="1230433" y="5051947"/>
                <a:chExt cx="187408" cy="258965"/>
              </a:xfrm>
            </p:grpSpPr>
            <p:cxnSp>
              <p:nvCxnSpPr>
                <p:cNvPr id="116" name="直接连接符 115">
                  <a:extLst>
                    <a:ext uri="{FF2B5EF4-FFF2-40B4-BE49-F238E27FC236}">
                      <a16:creationId xmlns:a16="http://schemas.microsoft.com/office/drawing/2014/main" id="{632B015D-F2E0-4781-8BBF-C61CCD3A74B0}"/>
                    </a:ext>
                  </a:extLst>
                </p:cNvPr>
                <p:cNvCxnSpPr/>
                <p:nvPr/>
              </p:nvCxnSpPr>
              <p:spPr>
                <a:xfrm>
                  <a:off x="1294016" y="5051947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>
                  <a:extLst>
                    <a:ext uri="{FF2B5EF4-FFF2-40B4-BE49-F238E27FC236}">
                      <a16:creationId xmlns:a16="http://schemas.microsoft.com/office/drawing/2014/main" id="{22645D76-C4D2-413C-B18E-A0BE99324D32}"/>
                    </a:ext>
                  </a:extLst>
                </p:cNvPr>
                <p:cNvCxnSpPr/>
                <p:nvPr/>
              </p:nvCxnSpPr>
              <p:spPr>
                <a:xfrm>
                  <a:off x="1294016" y="5095108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连接符 117">
                  <a:extLst>
                    <a:ext uri="{FF2B5EF4-FFF2-40B4-BE49-F238E27FC236}">
                      <a16:creationId xmlns:a16="http://schemas.microsoft.com/office/drawing/2014/main" id="{7058D0C0-70E1-4BC7-A36C-24ADEDBD04EC}"/>
                    </a:ext>
                  </a:extLst>
                </p:cNvPr>
                <p:cNvCxnSpPr/>
                <p:nvPr/>
              </p:nvCxnSpPr>
              <p:spPr>
                <a:xfrm>
                  <a:off x="1294016" y="5138269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连接符 118">
                  <a:extLst>
                    <a:ext uri="{FF2B5EF4-FFF2-40B4-BE49-F238E27FC236}">
                      <a16:creationId xmlns:a16="http://schemas.microsoft.com/office/drawing/2014/main" id="{60516C16-6E19-4456-8F0C-5F63597FF2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181430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>
                  <a:extLst>
                    <a:ext uri="{FF2B5EF4-FFF2-40B4-BE49-F238E27FC236}">
                      <a16:creationId xmlns:a16="http://schemas.microsoft.com/office/drawing/2014/main" id="{9B60C15E-0208-4B42-B97A-BE837F402F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224591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>
                  <a:extLst>
                    <a:ext uri="{FF2B5EF4-FFF2-40B4-BE49-F238E27FC236}">
                      <a16:creationId xmlns:a16="http://schemas.microsoft.com/office/drawing/2014/main" id="{43181F8C-7C22-4DD5-8B2F-45786EB48A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267752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连接符 121">
                  <a:extLst>
                    <a:ext uri="{FF2B5EF4-FFF2-40B4-BE49-F238E27FC236}">
                      <a16:creationId xmlns:a16="http://schemas.microsoft.com/office/drawing/2014/main" id="{67DC6390-52D4-40AF-B088-B3F5760802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310912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57B795C0-1892-4220-A926-6EF57CCE15B0}"/>
                </a:ext>
              </a:extLst>
            </p:cNvPr>
            <p:cNvGrpSpPr/>
            <p:nvPr/>
          </p:nvGrpSpPr>
          <p:grpSpPr>
            <a:xfrm>
              <a:off x="596342" y="5114981"/>
              <a:ext cx="376103" cy="387500"/>
              <a:chOff x="800534" y="5029059"/>
              <a:chExt cx="376103" cy="387500"/>
            </a:xfrm>
          </p:grpSpPr>
          <p:pic>
            <p:nvPicPr>
              <p:cNvPr id="124" name="图片 123">
                <a:extLst>
                  <a:ext uri="{FF2B5EF4-FFF2-40B4-BE49-F238E27FC236}">
                    <a16:creationId xmlns:a16="http://schemas.microsoft.com/office/drawing/2014/main" id="{A944123D-D169-410A-9690-B7F920F80B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00534" y="5029059"/>
                <a:ext cx="376103" cy="38750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D9AE85A7-8B16-41DC-8300-E9E170950D00}"/>
                  </a:ext>
                </a:extLst>
              </p:cNvPr>
              <p:cNvSpPr/>
              <p:nvPr/>
            </p:nvSpPr>
            <p:spPr>
              <a:xfrm>
                <a:off x="905645" y="5136219"/>
                <a:ext cx="172284" cy="230505"/>
              </a:xfrm>
              <a:prstGeom prst="rect">
                <a:avLst/>
              </a:prstGeom>
              <a:solidFill>
                <a:srgbClr val="F5F9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84B8B286-2B34-44AA-909E-EE9ED087D2FB}"/>
                  </a:ext>
                </a:extLst>
              </p:cNvPr>
              <p:cNvSpPr txBox="1"/>
              <p:nvPr/>
            </p:nvSpPr>
            <p:spPr>
              <a:xfrm>
                <a:off x="865696" y="5086384"/>
                <a:ext cx="10534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tx2"/>
                    </a:solidFill>
                  </a:rPr>
                  <a:t>A</a:t>
                </a:r>
                <a:endParaRPr lang="zh-CN" altLang="en-US" sz="6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A6D70BDC-1B2A-4127-94B9-71805D25EBB5}"/>
                  </a:ext>
                </a:extLst>
              </p:cNvPr>
              <p:cNvGrpSpPr/>
              <p:nvPr/>
            </p:nvGrpSpPr>
            <p:grpSpPr>
              <a:xfrm>
                <a:off x="898046" y="5149667"/>
                <a:ext cx="187408" cy="203607"/>
                <a:chOff x="1230433" y="5051947"/>
                <a:chExt cx="187408" cy="258965"/>
              </a:xfrm>
            </p:grpSpPr>
            <p:cxnSp>
              <p:nvCxnSpPr>
                <p:cNvPr id="128" name="直接连接符 127">
                  <a:extLst>
                    <a:ext uri="{FF2B5EF4-FFF2-40B4-BE49-F238E27FC236}">
                      <a16:creationId xmlns:a16="http://schemas.microsoft.com/office/drawing/2014/main" id="{CC71AE42-364E-4A8B-BE28-C5BDFFA746CC}"/>
                    </a:ext>
                  </a:extLst>
                </p:cNvPr>
                <p:cNvCxnSpPr/>
                <p:nvPr/>
              </p:nvCxnSpPr>
              <p:spPr>
                <a:xfrm>
                  <a:off x="1294016" y="5051947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>
                  <a:extLst>
                    <a:ext uri="{FF2B5EF4-FFF2-40B4-BE49-F238E27FC236}">
                      <a16:creationId xmlns:a16="http://schemas.microsoft.com/office/drawing/2014/main" id="{56CE76FE-B4D7-4E06-914F-1D18D8C8D479}"/>
                    </a:ext>
                  </a:extLst>
                </p:cNvPr>
                <p:cNvCxnSpPr/>
                <p:nvPr/>
              </p:nvCxnSpPr>
              <p:spPr>
                <a:xfrm>
                  <a:off x="1294016" y="5095108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>
                  <a:extLst>
                    <a:ext uri="{FF2B5EF4-FFF2-40B4-BE49-F238E27FC236}">
                      <a16:creationId xmlns:a16="http://schemas.microsoft.com/office/drawing/2014/main" id="{AE9DC595-C438-4263-8064-0F1F12AC6FCA}"/>
                    </a:ext>
                  </a:extLst>
                </p:cNvPr>
                <p:cNvCxnSpPr/>
                <p:nvPr/>
              </p:nvCxnSpPr>
              <p:spPr>
                <a:xfrm>
                  <a:off x="1294016" y="5138269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连接符 130">
                  <a:extLst>
                    <a:ext uri="{FF2B5EF4-FFF2-40B4-BE49-F238E27FC236}">
                      <a16:creationId xmlns:a16="http://schemas.microsoft.com/office/drawing/2014/main" id="{5A73F9DC-F13B-4F68-900E-762B02C679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181430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连接符 131">
                  <a:extLst>
                    <a:ext uri="{FF2B5EF4-FFF2-40B4-BE49-F238E27FC236}">
                      <a16:creationId xmlns:a16="http://schemas.microsoft.com/office/drawing/2014/main" id="{D1609FC2-8D49-42DF-A9F0-6F834FA1D3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224591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连接符 132">
                  <a:extLst>
                    <a:ext uri="{FF2B5EF4-FFF2-40B4-BE49-F238E27FC236}">
                      <a16:creationId xmlns:a16="http://schemas.microsoft.com/office/drawing/2014/main" id="{9622CE39-D7CA-428A-9EE8-1DDEDC044F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267752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直接连接符 133">
                  <a:extLst>
                    <a:ext uri="{FF2B5EF4-FFF2-40B4-BE49-F238E27FC236}">
                      <a16:creationId xmlns:a16="http://schemas.microsoft.com/office/drawing/2014/main" id="{2F670AE6-F67F-43D4-BD17-A4F4976A8F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310912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136" name="图片 135">
            <a:extLst>
              <a:ext uri="{FF2B5EF4-FFF2-40B4-BE49-F238E27FC236}">
                <a16:creationId xmlns:a16="http://schemas.microsoft.com/office/drawing/2014/main" id="{0FC3B0A8-031B-45FD-9501-29F13FD6AA71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>
                        <a14:foregroundMark x1="23868" y1="46703" x2="23868" y2="46703"/>
                        <a14:foregroundMark x1="33745" y1="50000" x2="33745" y2="50000"/>
                        <a14:foregroundMark x1="59259" y1="52747" x2="59259" y2="52747"/>
                        <a14:foregroundMark x1="66667" y1="50549" x2="66667" y2="50549"/>
                        <a14:foregroundMark x1="75720" y1="50000" x2="75720" y2="50000"/>
                        <a14:foregroundMark x1="88477" y1="51099" x2="88477" y2="510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78605" y="1136576"/>
            <a:ext cx="606170" cy="454004"/>
          </a:xfrm>
          <a:prstGeom prst="rect">
            <a:avLst/>
          </a:prstGeom>
        </p:spPr>
      </p:pic>
      <p:pic>
        <p:nvPicPr>
          <p:cNvPr id="137" name="图片 136">
            <a:extLst>
              <a:ext uri="{FF2B5EF4-FFF2-40B4-BE49-F238E27FC236}">
                <a16:creationId xmlns:a16="http://schemas.microsoft.com/office/drawing/2014/main" id="{F06AD9F1-4AE5-47B1-A85C-8D786E2D2C68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20427" y="4985544"/>
            <a:ext cx="462200" cy="455166"/>
          </a:xfrm>
          <a:prstGeom prst="rect">
            <a:avLst/>
          </a:prstGeom>
        </p:spPr>
      </p:pic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0C2458C-7009-45F3-9938-79CADDFE0DE2}"/>
              </a:ext>
            </a:extLst>
          </p:cNvPr>
          <p:cNvGrpSpPr/>
          <p:nvPr/>
        </p:nvGrpSpPr>
        <p:grpSpPr>
          <a:xfrm>
            <a:off x="7786623" y="1153766"/>
            <a:ext cx="668902" cy="361067"/>
            <a:chOff x="7829560" y="957802"/>
            <a:chExt cx="960307" cy="518364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E7BB199E-10A7-419D-8F15-23EF931FB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279387" y="957802"/>
              <a:ext cx="510480" cy="518364"/>
            </a:xfrm>
            <a:prstGeom prst="rect">
              <a:avLst/>
            </a:prstGeom>
          </p:spPr>
        </p:pic>
        <p:pic>
          <p:nvPicPr>
            <p:cNvPr id="140" name="图片 139">
              <a:extLst>
                <a:ext uri="{FF2B5EF4-FFF2-40B4-BE49-F238E27FC236}">
                  <a16:creationId xmlns:a16="http://schemas.microsoft.com/office/drawing/2014/main" id="{B7B74E3F-6D97-4A7C-9169-CE570A71B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829560" y="957802"/>
              <a:ext cx="479646" cy="518364"/>
            </a:xfrm>
            <a:prstGeom prst="rect">
              <a:avLst/>
            </a:prstGeom>
          </p:spPr>
        </p:pic>
      </p:grpSp>
      <p:pic>
        <p:nvPicPr>
          <p:cNvPr id="145" name="图片 144">
            <a:extLst>
              <a:ext uri="{FF2B5EF4-FFF2-40B4-BE49-F238E27FC236}">
                <a16:creationId xmlns:a16="http://schemas.microsoft.com/office/drawing/2014/main" id="{3AE59ECF-37FC-4C1C-8549-CC16BC98AA4C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15168" y="2442750"/>
            <a:ext cx="578255" cy="352809"/>
          </a:xfrm>
          <a:prstGeom prst="rect">
            <a:avLst/>
          </a:prstGeom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1627D6BD-5DF6-4BB8-B27C-0DEA914EBB3D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20679" b="76898" l="20862" r="65508">
                        <a14:foregroundMark x1="30320" y1="27141" x2="30320" y2="27141"/>
                        <a14:foregroundMark x1="48679" y1="25040" x2="48679" y2="25040"/>
                        <a14:foregroundMark x1="49235" y1="20679" x2="49235" y2="20679"/>
                        <a14:foregroundMark x1="48679" y1="33279" x2="48679" y2="33279"/>
                        <a14:foregroundMark x1="49235" y1="39095" x2="49235" y2="39095"/>
                        <a14:foregroundMark x1="45341" y1="44103" x2="45341" y2="44103"/>
                        <a14:foregroundMark x1="21697" y1="55735" x2="21697" y2="55735"/>
                        <a14:foregroundMark x1="21001" y1="62197" x2="21001" y2="62197"/>
                        <a14:foregroundMark x1="29764" y1="73344" x2="29764" y2="73344"/>
                        <a14:foregroundMark x1="33519" y1="76898" x2="33519" y2="76898"/>
                        <a14:foregroundMark x1="58554" y1="65913" x2="58554" y2="65913"/>
                        <a14:foregroundMark x1="54520" y1="67044" x2="54520" y2="67044"/>
                        <a14:foregroundMark x1="50070" y1="66559" x2="50070" y2="66559"/>
                        <a14:foregroundMark x1="45897" y1="68982" x2="45897" y2="68982"/>
                        <a14:foregroundMark x1="45758" y1="61712" x2="45758" y2="61712"/>
                        <a14:foregroundMark x1="49791" y1="53473" x2="49791" y2="53473"/>
                        <a14:foregroundMark x1="59805" y1="51212" x2="59805" y2="512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52" t="17251" r="29149" b="18464"/>
          <a:stretch/>
        </p:blipFill>
        <p:spPr>
          <a:xfrm>
            <a:off x="5031417" y="4980696"/>
            <a:ext cx="406104" cy="42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C1C0F64C-3D5C-4F4E-9EC3-CE1160FD303E}"/>
              </a:ext>
            </a:extLst>
          </p:cNvPr>
          <p:cNvCxnSpPr>
            <a:cxnSpLocks/>
          </p:cNvCxnSpPr>
          <p:nvPr/>
        </p:nvCxnSpPr>
        <p:spPr>
          <a:xfrm>
            <a:off x="980810" y="5015823"/>
            <a:ext cx="875011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椭圆 131">
            <a:extLst>
              <a:ext uri="{FF2B5EF4-FFF2-40B4-BE49-F238E27FC236}">
                <a16:creationId xmlns:a16="http://schemas.microsoft.com/office/drawing/2014/main" id="{F4C55B29-AC45-46B9-81EA-1AFC69206F08}"/>
              </a:ext>
            </a:extLst>
          </p:cNvPr>
          <p:cNvSpPr/>
          <p:nvPr/>
        </p:nvSpPr>
        <p:spPr>
          <a:xfrm>
            <a:off x="2297283" y="3112545"/>
            <a:ext cx="2746119" cy="2499674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600" b="1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闻</a:t>
            </a: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D140DC2D-0E72-45B9-A893-2E9B0B2D629F}"/>
              </a:ext>
            </a:extLst>
          </p:cNvPr>
          <p:cNvSpPr txBox="1">
            <a:spLocks/>
          </p:cNvSpPr>
          <p:nvPr/>
        </p:nvSpPr>
        <p:spPr bwMode="auto">
          <a:xfrm>
            <a:off x="28322" y="228957"/>
            <a:ext cx="2624159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TW" sz="2800" dirty="0"/>
              <a:t>B</a:t>
            </a:r>
            <a:r>
              <a:rPr lang="en-US" altLang="zh-CN" sz="2800" dirty="0"/>
              <a:t>enefits</a:t>
            </a:r>
            <a:endParaRPr lang="zh-TW" altLang="en-US" sz="2800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F3C13AD-8899-4F24-9BD9-AF6AEDAB48D7}"/>
              </a:ext>
            </a:extLst>
          </p:cNvPr>
          <p:cNvCxnSpPr/>
          <p:nvPr/>
        </p:nvCxnSpPr>
        <p:spPr>
          <a:xfrm>
            <a:off x="2811780" y="586740"/>
            <a:ext cx="92430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標題 1">
            <a:extLst>
              <a:ext uri="{FF2B5EF4-FFF2-40B4-BE49-F238E27FC236}">
                <a16:creationId xmlns:a16="http://schemas.microsoft.com/office/drawing/2014/main" id="{40480E23-5CC3-4885-8B93-411A9A86FFD7}"/>
              </a:ext>
            </a:extLst>
          </p:cNvPr>
          <p:cNvSpPr txBox="1">
            <a:spLocks/>
          </p:cNvSpPr>
          <p:nvPr/>
        </p:nvSpPr>
        <p:spPr bwMode="auto">
          <a:xfrm>
            <a:off x="2811773" y="228957"/>
            <a:ext cx="9243060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顾客：延长使用寿命，减小停机时间，缩减投入成本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2E5AE65-D51B-445A-A456-DFD36254559A}"/>
              </a:ext>
            </a:extLst>
          </p:cNvPr>
          <p:cNvSpPr/>
          <p:nvPr/>
        </p:nvSpPr>
        <p:spPr>
          <a:xfrm>
            <a:off x="7669204" y="1362814"/>
            <a:ext cx="3593046" cy="4118114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18CB1FAD-6D38-4914-850B-CA34C8AE95F8}"/>
              </a:ext>
            </a:extLst>
          </p:cNvPr>
          <p:cNvSpPr/>
          <p:nvPr/>
        </p:nvSpPr>
        <p:spPr>
          <a:xfrm>
            <a:off x="1178251" y="1372076"/>
            <a:ext cx="8220033" cy="3636337"/>
          </a:xfrm>
          <a:custGeom>
            <a:avLst/>
            <a:gdLst>
              <a:gd name="connsiteX0" fmla="*/ 0 w 9083040"/>
              <a:gd name="connsiteY0" fmla="*/ 0 h 3718560"/>
              <a:gd name="connsiteX1" fmla="*/ 5951220 w 9083040"/>
              <a:gd name="connsiteY1" fmla="*/ 922020 h 3718560"/>
              <a:gd name="connsiteX2" fmla="*/ 9083040 w 9083040"/>
              <a:gd name="connsiteY2" fmla="*/ 3718560 h 3718560"/>
              <a:gd name="connsiteX0" fmla="*/ 0 w 9083040"/>
              <a:gd name="connsiteY0" fmla="*/ 0 h 3718560"/>
              <a:gd name="connsiteX1" fmla="*/ 5951220 w 9083040"/>
              <a:gd name="connsiteY1" fmla="*/ 922020 h 3718560"/>
              <a:gd name="connsiteX2" fmla="*/ 9083040 w 9083040"/>
              <a:gd name="connsiteY2" fmla="*/ 3718560 h 3718560"/>
              <a:gd name="connsiteX0" fmla="*/ 0 w 9083040"/>
              <a:gd name="connsiteY0" fmla="*/ 0 h 3718560"/>
              <a:gd name="connsiteX1" fmla="*/ 5951220 w 9083040"/>
              <a:gd name="connsiteY1" fmla="*/ 922020 h 3718560"/>
              <a:gd name="connsiteX2" fmla="*/ 9083040 w 9083040"/>
              <a:gd name="connsiteY2" fmla="*/ 3718560 h 3718560"/>
              <a:gd name="connsiteX0" fmla="*/ 0 w 9083040"/>
              <a:gd name="connsiteY0" fmla="*/ 0 h 3718560"/>
              <a:gd name="connsiteX1" fmla="*/ 5951220 w 9083040"/>
              <a:gd name="connsiteY1" fmla="*/ 922020 h 3718560"/>
              <a:gd name="connsiteX2" fmla="*/ 9083040 w 9083040"/>
              <a:gd name="connsiteY2" fmla="*/ 3718560 h 3718560"/>
              <a:gd name="connsiteX0" fmla="*/ 0 w 9083040"/>
              <a:gd name="connsiteY0" fmla="*/ 0 h 3701589"/>
              <a:gd name="connsiteX1" fmla="*/ 5951220 w 9083040"/>
              <a:gd name="connsiteY1" fmla="*/ 905049 h 3701589"/>
              <a:gd name="connsiteX2" fmla="*/ 9083040 w 9083040"/>
              <a:gd name="connsiteY2" fmla="*/ 3701589 h 3701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83040" h="3701589">
                <a:moveTo>
                  <a:pt x="0" y="0"/>
                </a:moveTo>
                <a:cubicBezTo>
                  <a:pt x="2205355" y="68160"/>
                  <a:pt x="4437380" y="288118"/>
                  <a:pt x="5951220" y="905049"/>
                </a:cubicBezTo>
                <a:cubicBezTo>
                  <a:pt x="7465060" y="1521980"/>
                  <a:pt x="8755380" y="3128476"/>
                  <a:pt x="9083040" y="3701589"/>
                </a:cubicBezTo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  <a:head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/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E98EA052-A4E7-45BE-9AB7-C43F11461443}"/>
              </a:ext>
            </a:extLst>
          </p:cNvPr>
          <p:cNvSpPr/>
          <p:nvPr/>
        </p:nvSpPr>
        <p:spPr>
          <a:xfrm>
            <a:off x="7583990" y="1046499"/>
            <a:ext cx="170425" cy="244522"/>
          </a:xfrm>
          <a:prstGeom prst="downArrow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E0A6E34A-4F6E-4514-9C74-2CA1225BFD4C}"/>
              </a:ext>
            </a:extLst>
          </p:cNvPr>
          <p:cNvSpPr/>
          <p:nvPr/>
        </p:nvSpPr>
        <p:spPr>
          <a:xfrm>
            <a:off x="10885029" y="1007145"/>
            <a:ext cx="890077" cy="30214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时间</a:t>
            </a: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DAE1A190-4BC0-4F49-A0E3-F6CFEB922314}"/>
              </a:ext>
            </a:extLst>
          </p:cNvPr>
          <p:cNvSpPr/>
          <p:nvPr/>
        </p:nvSpPr>
        <p:spPr>
          <a:xfrm>
            <a:off x="451189" y="5344332"/>
            <a:ext cx="890077" cy="30214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消耗寿命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CC8DC220-0DFD-48E1-9A27-265E5F3349B3}"/>
              </a:ext>
            </a:extLst>
          </p:cNvPr>
          <p:cNvSpPr/>
          <p:nvPr/>
        </p:nvSpPr>
        <p:spPr>
          <a:xfrm>
            <a:off x="0" y="4687315"/>
            <a:ext cx="1319391" cy="30214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实际寿命</a:t>
            </a: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39DB8CBF-21BA-429A-8EC3-EB192CE47330}"/>
              </a:ext>
            </a:extLst>
          </p:cNvPr>
          <p:cNvSpPr/>
          <p:nvPr/>
        </p:nvSpPr>
        <p:spPr>
          <a:xfrm>
            <a:off x="7009507" y="673959"/>
            <a:ext cx="1319391" cy="30214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设计寿命</a:t>
            </a: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35CFEBC3-CD95-4603-B1EF-EFBC77B21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983" y="2905750"/>
            <a:ext cx="926219" cy="6030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3C55E4D9-546B-4A72-A546-15D13CB392E3}"/>
              </a:ext>
            </a:extLst>
          </p:cNvPr>
          <p:cNvSpPr/>
          <p:nvPr/>
        </p:nvSpPr>
        <p:spPr>
          <a:xfrm>
            <a:off x="506575" y="843146"/>
            <a:ext cx="474235" cy="43270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CCB2AD6-6CB4-41E8-88BD-C5D92F2BC72A}"/>
              </a:ext>
            </a:extLst>
          </p:cNvPr>
          <p:cNvSpPr/>
          <p:nvPr/>
        </p:nvSpPr>
        <p:spPr>
          <a:xfrm>
            <a:off x="1118263" y="838271"/>
            <a:ext cx="474235" cy="43270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7" name="箭头: 下 56">
            <a:extLst>
              <a:ext uri="{FF2B5EF4-FFF2-40B4-BE49-F238E27FC236}">
                <a16:creationId xmlns:a16="http://schemas.microsoft.com/office/drawing/2014/main" id="{134712B1-BD2F-42D8-9C0B-4A38ED912A9F}"/>
              </a:ext>
            </a:extLst>
          </p:cNvPr>
          <p:cNvSpPr/>
          <p:nvPr/>
        </p:nvSpPr>
        <p:spPr>
          <a:xfrm rot="10800000">
            <a:off x="6576262" y="5220900"/>
            <a:ext cx="170425" cy="244522"/>
          </a:xfrm>
          <a:prstGeom prst="downArrow">
            <a:avLst/>
          </a:prstGeom>
          <a:solidFill>
            <a:srgbClr val="FFAA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A1F9960-A60B-4637-9650-6D9B0AB66A56}"/>
              </a:ext>
            </a:extLst>
          </p:cNvPr>
          <p:cNvSpPr/>
          <p:nvPr/>
        </p:nvSpPr>
        <p:spPr>
          <a:xfrm>
            <a:off x="3721672" y="5480930"/>
            <a:ext cx="1483955" cy="26207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状态监测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34EEAC6-AC67-47DA-A0BE-446583AC7087}"/>
              </a:ext>
            </a:extLst>
          </p:cNvPr>
          <p:cNvSpPr/>
          <p:nvPr/>
        </p:nvSpPr>
        <p:spPr>
          <a:xfrm>
            <a:off x="3721672" y="5817928"/>
            <a:ext cx="1483955" cy="26207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寿命预测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259E219-9487-49C2-9412-E10BCE09CB63}"/>
              </a:ext>
            </a:extLst>
          </p:cNvPr>
          <p:cNvSpPr/>
          <p:nvPr/>
        </p:nvSpPr>
        <p:spPr>
          <a:xfrm>
            <a:off x="3721672" y="6154926"/>
            <a:ext cx="1483955" cy="26207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运维决策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资源管理</a:t>
            </a:r>
          </a:p>
        </p:txBody>
      </p:sp>
      <p:sp>
        <p:nvSpPr>
          <p:cNvPr id="61" name="文本框 12">
            <a:extLst>
              <a:ext uri="{FF2B5EF4-FFF2-40B4-BE49-F238E27FC236}">
                <a16:creationId xmlns:a16="http://schemas.microsoft.com/office/drawing/2014/main" id="{AE1D1C72-BAD0-4774-BBFB-11BE34C7627F}"/>
              </a:ext>
            </a:extLst>
          </p:cNvPr>
          <p:cNvSpPr txBox="1"/>
          <p:nvPr/>
        </p:nvSpPr>
        <p:spPr>
          <a:xfrm>
            <a:off x="1998792" y="5784357"/>
            <a:ext cx="948191" cy="32921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>
              <a:buSzPct val="70000"/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PHM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89421C0B-2591-432E-BB36-040CB1D94B2D}"/>
              </a:ext>
            </a:extLst>
          </p:cNvPr>
          <p:cNvCxnSpPr>
            <a:cxnSpLocks/>
          </p:cNvCxnSpPr>
          <p:nvPr/>
        </p:nvCxnSpPr>
        <p:spPr>
          <a:xfrm>
            <a:off x="3184808" y="5603086"/>
            <a:ext cx="363531" cy="0"/>
          </a:xfrm>
          <a:prstGeom prst="line">
            <a:avLst/>
          </a:prstGeom>
          <a:ln w="12700"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B30B2C6B-493F-4BE3-991E-E2812B8BB8EC}"/>
              </a:ext>
            </a:extLst>
          </p:cNvPr>
          <p:cNvCxnSpPr>
            <a:cxnSpLocks/>
          </p:cNvCxnSpPr>
          <p:nvPr/>
        </p:nvCxnSpPr>
        <p:spPr>
          <a:xfrm>
            <a:off x="2997522" y="5947363"/>
            <a:ext cx="550818" cy="0"/>
          </a:xfrm>
          <a:prstGeom prst="line">
            <a:avLst/>
          </a:prstGeom>
          <a:ln w="12700"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7782E2A0-03B1-4A31-94AB-A3CBDB449084}"/>
              </a:ext>
            </a:extLst>
          </p:cNvPr>
          <p:cNvCxnSpPr>
            <a:cxnSpLocks/>
          </p:cNvCxnSpPr>
          <p:nvPr/>
        </p:nvCxnSpPr>
        <p:spPr>
          <a:xfrm>
            <a:off x="3184808" y="6291640"/>
            <a:ext cx="363531" cy="0"/>
          </a:xfrm>
          <a:prstGeom prst="line">
            <a:avLst/>
          </a:prstGeom>
          <a:ln w="12700"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F4EA1303-D524-47B1-924A-F13F53F685E4}"/>
              </a:ext>
            </a:extLst>
          </p:cNvPr>
          <p:cNvCxnSpPr/>
          <p:nvPr/>
        </p:nvCxnSpPr>
        <p:spPr>
          <a:xfrm flipV="1">
            <a:off x="3184808" y="5603086"/>
            <a:ext cx="0" cy="68287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5E87A9E4-BFB0-4F09-8642-BA51AE6324F3}"/>
              </a:ext>
            </a:extLst>
          </p:cNvPr>
          <p:cNvSpPr/>
          <p:nvPr/>
        </p:nvSpPr>
        <p:spPr>
          <a:xfrm>
            <a:off x="6175010" y="5646479"/>
            <a:ext cx="972927" cy="26207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故障预警</a:t>
            </a:r>
          </a:p>
        </p:txBody>
      </p:sp>
      <p:sp>
        <p:nvSpPr>
          <p:cNvPr id="67" name="箭头: 右 66">
            <a:extLst>
              <a:ext uri="{FF2B5EF4-FFF2-40B4-BE49-F238E27FC236}">
                <a16:creationId xmlns:a16="http://schemas.microsoft.com/office/drawing/2014/main" id="{94F53681-AAE7-4306-B447-F49ACA04DDB0}"/>
              </a:ext>
            </a:extLst>
          </p:cNvPr>
          <p:cNvSpPr/>
          <p:nvPr/>
        </p:nvSpPr>
        <p:spPr>
          <a:xfrm>
            <a:off x="5623033" y="5664432"/>
            <a:ext cx="267778" cy="22730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9824F4AE-1F7B-4220-A480-AEBE51455588}"/>
              </a:ext>
            </a:extLst>
          </p:cNvPr>
          <p:cNvCxnSpPr>
            <a:cxnSpLocks/>
          </p:cNvCxnSpPr>
          <p:nvPr/>
        </p:nvCxnSpPr>
        <p:spPr>
          <a:xfrm flipV="1">
            <a:off x="2472457" y="3447137"/>
            <a:ext cx="0" cy="2199342"/>
          </a:xfrm>
          <a:prstGeom prst="line">
            <a:avLst/>
          </a:prstGeom>
          <a:ln w="12700"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012CA329-E228-4579-8B6B-15488F7F473A}"/>
              </a:ext>
            </a:extLst>
          </p:cNvPr>
          <p:cNvSpPr/>
          <p:nvPr/>
        </p:nvSpPr>
        <p:spPr>
          <a:xfrm>
            <a:off x="1730480" y="3033129"/>
            <a:ext cx="1483955" cy="26207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早期缺陷检测</a:t>
            </a: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453FEB38-54D3-4B38-B586-D0643076C781}"/>
              </a:ext>
            </a:extLst>
          </p:cNvPr>
          <p:cNvSpPr/>
          <p:nvPr/>
        </p:nvSpPr>
        <p:spPr>
          <a:xfrm>
            <a:off x="1180103" y="1373929"/>
            <a:ext cx="1590980" cy="1433720"/>
          </a:xfrm>
          <a:custGeom>
            <a:avLst/>
            <a:gdLst>
              <a:gd name="connsiteX0" fmla="*/ 0 w 5181600"/>
              <a:gd name="connsiteY0" fmla="*/ 0 h 4602480"/>
              <a:gd name="connsiteX1" fmla="*/ 2827020 w 5181600"/>
              <a:gd name="connsiteY1" fmla="*/ 1287780 h 4602480"/>
              <a:gd name="connsiteX2" fmla="*/ 5181600 w 5181600"/>
              <a:gd name="connsiteY2" fmla="*/ 4602480 h 4602480"/>
              <a:gd name="connsiteX0" fmla="*/ 0 w 5181600"/>
              <a:gd name="connsiteY0" fmla="*/ 0 h 4602480"/>
              <a:gd name="connsiteX1" fmla="*/ 2827020 w 5181600"/>
              <a:gd name="connsiteY1" fmla="*/ 1287780 h 4602480"/>
              <a:gd name="connsiteX2" fmla="*/ 5181600 w 5181600"/>
              <a:gd name="connsiteY2" fmla="*/ 4602480 h 4602480"/>
              <a:gd name="connsiteX0" fmla="*/ 0 w 5179849"/>
              <a:gd name="connsiteY0" fmla="*/ 0 h 4588476"/>
              <a:gd name="connsiteX1" fmla="*/ 2825269 w 5179849"/>
              <a:gd name="connsiteY1" fmla="*/ 1273776 h 4588476"/>
              <a:gd name="connsiteX2" fmla="*/ 5179849 w 5179849"/>
              <a:gd name="connsiteY2" fmla="*/ 4588476 h 4588476"/>
              <a:gd name="connsiteX0" fmla="*/ 0 w 5179849"/>
              <a:gd name="connsiteY0" fmla="*/ 0 h 4588476"/>
              <a:gd name="connsiteX1" fmla="*/ 2825269 w 5179849"/>
              <a:gd name="connsiteY1" fmla="*/ 1273776 h 4588476"/>
              <a:gd name="connsiteX2" fmla="*/ 5179849 w 5179849"/>
              <a:gd name="connsiteY2" fmla="*/ 4588476 h 4588476"/>
              <a:gd name="connsiteX0" fmla="*/ 0 w 5179849"/>
              <a:gd name="connsiteY0" fmla="*/ 0 h 4588476"/>
              <a:gd name="connsiteX1" fmla="*/ 2825269 w 5179849"/>
              <a:gd name="connsiteY1" fmla="*/ 1273776 h 4588476"/>
              <a:gd name="connsiteX2" fmla="*/ 4046751 w 5179849"/>
              <a:gd name="connsiteY2" fmla="*/ 2723967 h 4588476"/>
              <a:gd name="connsiteX3" fmla="*/ 5179849 w 5179849"/>
              <a:gd name="connsiteY3" fmla="*/ 4588476 h 4588476"/>
              <a:gd name="connsiteX0" fmla="*/ 0 w 5179849"/>
              <a:gd name="connsiteY0" fmla="*/ 0 h 4588476"/>
              <a:gd name="connsiteX1" fmla="*/ 2102012 w 5179849"/>
              <a:gd name="connsiteY1" fmla="*/ 945166 h 4588476"/>
              <a:gd name="connsiteX2" fmla="*/ 4046751 w 5179849"/>
              <a:gd name="connsiteY2" fmla="*/ 2723967 h 4588476"/>
              <a:gd name="connsiteX3" fmla="*/ 5179849 w 5179849"/>
              <a:gd name="connsiteY3" fmla="*/ 4588476 h 4588476"/>
              <a:gd name="connsiteX0" fmla="*/ 0 w 5179849"/>
              <a:gd name="connsiteY0" fmla="*/ 0 h 4588476"/>
              <a:gd name="connsiteX1" fmla="*/ 2102012 w 5179849"/>
              <a:gd name="connsiteY1" fmla="*/ 945166 h 4588476"/>
              <a:gd name="connsiteX2" fmla="*/ 4046751 w 5179849"/>
              <a:gd name="connsiteY2" fmla="*/ 2723967 h 4588476"/>
              <a:gd name="connsiteX3" fmla="*/ 5179849 w 5179849"/>
              <a:gd name="connsiteY3" fmla="*/ 4588476 h 4588476"/>
              <a:gd name="connsiteX0" fmla="*/ 0 w 5179849"/>
              <a:gd name="connsiteY0" fmla="*/ 0 h 4588476"/>
              <a:gd name="connsiteX1" fmla="*/ 2102012 w 5179849"/>
              <a:gd name="connsiteY1" fmla="*/ 945166 h 4588476"/>
              <a:gd name="connsiteX2" fmla="*/ 3504308 w 5179849"/>
              <a:gd name="connsiteY2" fmla="*/ 2104300 h 4588476"/>
              <a:gd name="connsiteX3" fmla="*/ 5179849 w 5179849"/>
              <a:gd name="connsiteY3" fmla="*/ 4588476 h 4588476"/>
              <a:gd name="connsiteX0" fmla="*/ 0 w 5179849"/>
              <a:gd name="connsiteY0" fmla="*/ 0 h 4588476"/>
              <a:gd name="connsiteX1" fmla="*/ 2102012 w 5179849"/>
              <a:gd name="connsiteY1" fmla="*/ 945166 h 4588476"/>
              <a:gd name="connsiteX2" fmla="*/ 3504308 w 5179849"/>
              <a:gd name="connsiteY2" fmla="*/ 2104300 h 4588476"/>
              <a:gd name="connsiteX3" fmla="*/ 5179849 w 5179849"/>
              <a:gd name="connsiteY3" fmla="*/ 4588476 h 4588476"/>
              <a:gd name="connsiteX0" fmla="*/ 0 w 5179849"/>
              <a:gd name="connsiteY0" fmla="*/ 0 h 4588476"/>
              <a:gd name="connsiteX1" fmla="*/ 2138176 w 5179849"/>
              <a:gd name="connsiteY1" fmla="*/ 926388 h 4588476"/>
              <a:gd name="connsiteX2" fmla="*/ 3504308 w 5179849"/>
              <a:gd name="connsiteY2" fmla="*/ 2104300 h 4588476"/>
              <a:gd name="connsiteX3" fmla="*/ 5179849 w 5179849"/>
              <a:gd name="connsiteY3" fmla="*/ 4588476 h 4588476"/>
              <a:gd name="connsiteX0" fmla="*/ 0 w 5179849"/>
              <a:gd name="connsiteY0" fmla="*/ 0 h 4588476"/>
              <a:gd name="connsiteX1" fmla="*/ 2138176 w 5179849"/>
              <a:gd name="connsiteY1" fmla="*/ 926388 h 4588476"/>
              <a:gd name="connsiteX2" fmla="*/ 3504308 w 5179849"/>
              <a:gd name="connsiteY2" fmla="*/ 2104300 h 4588476"/>
              <a:gd name="connsiteX3" fmla="*/ 5179849 w 5179849"/>
              <a:gd name="connsiteY3" fmla="*/ 4588476 h 4588476"/>
              <a:gd name="connsiteX0" fmla="*/ 0 w 3504308"/>
              <a:gd name="connsiteY0" fmla="*/ 0 h 2104300"/>
              <a:gd name="connsiteX1" fmla="*/ 2138176 w 3504308"/>
              <a:gd name="connsiteY1" fmla="*/ 926388 h 2104300"/>
              <a:gd name="connsiteX2" fmla="*/ 3504308 w 3504308"/>
              <a:gd name="connsiteY2" fmla="*/ 2104300 h 2104300"/>
              <a:gd name="connsiteX0" fmla="*/ 0 w 3504308"/>
              <a:gd name="connsiteY0" fmla="*/ 0 h 2104300"/>
              <a:gd name="connsiteX1" fmla="*/ 2138176 w 3504308"/>
              <a:gd name="connsiteY1" fmla="*/ 926388 h 2104300"/>
              <a:gd name="connsiteX2" fmla="*/ 3504308 w 3504308"/>
              <a:gd name="connsiteY2" fmla="*/ 2104300 h 2104300"/>
              <a:gd name="connsiteX0" fmla="*/ 0 w 3504308"/>
              <a:gd name="connsiteY0" fmla="*/ 0 h 2104300"/>
              <a:gd name="connsiteX1" fmla="*/ 2199849 w 3504308"/>
              <a:gd name="connsiteY1" fmla="*/ 907610 h 2104300"/>
              <a:gd name="connsiteX2" fmla="*/ 3504308 w 3504308"/>
              <a:gd name="connsiteY2" fmla="*/ 2104300 h 2104300"/>
              <a:gd name="connsiteX0" fmla="*/ 0 w 3504308"/>
              <a:gd name="connsiteY0" fmla="*/ 0 h 2104300"/>
              <a:gd name="connsiteX1" fmla="*/ 2199849 w 3504308"/>
              <a:gd name="connsiteY1" fmla="*/ 907610 h 2104300"/>
              <a:gd name="connsiteX2" fmla="*/ 3504308 w 3504308"/>
              <a:gd name="connsiteY2" fmla="*/ 2104300 h 210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04308" h="2104300">
                <a:moveTo>
                  <a:pt x="0" y="0"/>
                </a:moveTo>
                <a:cubicBezTo>
                  <a:pt x="981710" y="255682"/>
                  <a:pt x="1676070" y="528725"/>
                  <a:pt x="2199849" y="907610"/>
                </a:cubicBezTo>
                <a:cubicBezTo>
                  <a:pt x="2723628" y="1286495"/>
                  <a:pt x="2583459" y="1101183"/>
                  <a:pt x="3504308" y="210430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/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3373DA51-6DF8-406E-8073-2C6EECE0F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619" y="2224978"/>
            <a:ext cx="926219" cy="6030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AF16AB49-E4F4-44BE-AD67-73F9423B70B4}"/>
              </a:ext>
            </a:extLst>
          </p:cNvPr>
          <p:cNvSpPr txBox="1"/>
          <p:nvPr/>
        </p:nvSpPr>
        <p:spPr>
          <a:xfrm>
            <a:off x="5936142" y="3669110"/>
            <a:ext cx="1818273" cy="91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降低非计划</a:t>
            </a:r>
            <a:endParaRPr lang="en-US" altLang="zh-CN" sz="1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停机时间</a:t>
            </a:r>
            <a:endParaRPr lang="en-US" altLang="zh-CN" sz="1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en-US" altLang="zh-CN" sz="1800" b="1" dirty="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15-20%</a:t>
            </a:r>
            <a:endParaRPr lang="zh-CN" altLang="en-US" sz="1800" b="1" dirty="0">
              <a:solidFill>
                <a:srgbClr val="FFAA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7BBEA581-CA96-4191-8BAB-C10F5E910CD1}"/>
              </a:ext>
            </a:extLst>
          </p:cNvPr>
          <p:cNvSpPr/>
          <p:nvPr/>
        </p:nvSpPr>
        <p:spPr>
          <a:xfrm>
            <a:off x="1180103" y="1373929"/>
            <a:ext cx="5481371" cy="3641894"/>
          </a:xfrm>
          <a:custGeom>
            <a:avLst/>
            <a:gdLst>
              <a:gd name="connsiteX0" fmla="*/ 0 w 5181600"/>
              <a:gd name="connsiteY0" fmla="*/ 0 h 4602480"/>
              <a:gd name="connsiteX1" fmla="*/ 2827020 w 5181600"/>
              <a:gd name="connsiteY1" fmla="*/ 1287780 h 4602480"/>
              <a:gd name="connsiteX2" fmla="*/ 5181600 w 5181600"/>
              <a:gd name="connsiteY2" fmla="*/ 4602480 h 4602480"/>
              <a:gd name="connsiteX0" fmla="*/ 0 w 5181600"/>
              <a:gd name="connsiteY0" fmla="*/ 0 h 4602480"/>
              <a:gd name="connsiteX1" fmla="*/ 2827020 w 5181600"/>
              <a:gd name="connsiteY1" fmla="*/ 1287780 h 4602480"/>
              <a:gd name="connsiteX2" fmla="*/ 5181600 w 5181600"/>
              <a:gd name="connsiteY2" fmla="*/ 4602480 h 4602480"/>
              <a:gd name="connsiteX0" fmla="*/ 0 w 5179849"/>
              <a:gd name="connsiteY0" fmla="*/ 0 h 4588476"/>
              <a:gd name="connsiteX1" fmla="*/ 2825269 w 5179849"/>
              <a:gd name="connsiteY1" fmla="*/ 1273776 h 4588476"/>
              <a:gd name="connsiteX2" fmla="*/ 5179849 w 5179849"/>
              <a:gd name="connsiteY2" fmla="*/ 4588476 h 4588476"/>
              <a:gd name="connsiteX0" fmla="*/ 0 w 5179849"/>
              <a:gd name="connsiteY0" fmla="*/ 0 h 4588476"/>
              <a:gd name="connsiteX1" fmla="*/ 2825269 w 5179849"/>
              <a:gd name="connsiteY1" fmla="*/ 1273776 h 4588476"/>
              <a:gd name="connsiteX2" fmla="*/ 5179849 w 5179849"/>
              <a:gd name="connsiteY2" fmla="*/ 4588476 h 4588476"/>
              <a:gd name="connsiteX0" fmla="*/ 0 w 5179849"/>
              <a:gd name="connsiteY0" fmla="*/ 0 h 4588476"/>
              <a:gd name="connsiteX1" fmla="*/ 2825269 w 5179849"/>
              <a:gd name="connsiteY1" fmla="*/ 1273776 h 4588476"/>
              <a:gd name="connsiteX2" fmla="*/ 5179849 w 5179849"/>
              <a:gd name="connsiteY2" fmla="*/ 4588476 h 4588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79849" h="4588476">
                <a:moveTo>
                  <a:pt x="0" y="0"/>
                </a:moveTo>
                <a:cubicBezTo>
                  <a:pt x="981710" y="255682"/>
                  <a:pt x="1961961" y="509030"/>
                  <a:pt x="2825269" y="1273776"/>
                </a:cubicBezTo>
                <a:cubicBezTo>
                  <a:pt x="3688577" y="2038522"/>
                  <a:pt x="4280803" y="2438484"/>
                  <a:pt x="5179849" y="4588476"/>
                </a:cubicBezTo>
              </a:path>
            </a:pathLst>
          </a:custGeom>
          <a:noFill/>
          <a:ln w="28575">
            <a:solidFill>
              <a:srgbClr val="FFAA00"/>
            </a:solidFill>
            <a:head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/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5D0DC932-B05F-4041-83D5-5E699DC9C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826" y="3035821"/>
            <a:ext cx="926219" cy="6030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4E6ED9E-23F5-4403-A268-463500A3503C}"/>
              </a:ext>
            </a:extLst>
          </p:cNvPr>
          <p:cNvCxnSpPr>
            <a:cxnSpLocks/>
          </p:cNvCxnSpPr>
          <p:nvPr/>
        </p:nvCxnSpPr>
        <p:spPr>
          <a:xfrm>
            <a:off x="1178251" y="1362814"/>
            <a:ext cx="10215568" cy="0"/>
          </a:xfrm>
          <a:prstGeom prst="line">
            <a:avLst/>
          </a:prstGeom>
          <a:ln w="1270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823A03-ECF8-4C89-AC3C-31C774E87D3E}"/>
              </a:ext>
            </a:extLst>
          </p:cNvPr>
          <p:cNvCxnSpPr>
            <a:cxnSpLocks/>
          </p:cNvCxnSpPr>
          <p:nvPr/>
        </p:nvCxnSpPr>
        <p:spPr>
          <a:xfrm>
            <a:off x="1178251" y="1362814"/>
            <a:ext cx="0" cy="4238384"/>
          </a:xfrm>
          <a:prstGeom prst="line">
            <a:avLst/>
          </a:prstGeom>
          <a:ln w="1270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箭头: 右 77">
            <a:extLst>
              <a:ext uri="{FF2B5EF4-FFF2-40B4-BE49-F238E27FC236}">
                <a16:creationId xmlns:a16="http://schemas.microsoft.com/office/drawing/2014/main" id="{294BCFD2-B9A7-45AC-A3E1-00EF4C2CC586}"/>
              </a:ext>
            </a:extLst>
          </p:cNvPr>
          <p:cNvSpPr/>
          <p:nvPr/>
        </p:nvSpPr>
        <p:spPr>
          <a:xfrm>
            <a:off x="5623033" y="6154926"/>
            <a:ext cx="2943657" cy="227308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F57AECD-8466-4364-8D03-7505A0CA3F02}"/>
              </a:ext>
            </a:extLst>
          </p:cNvPr>
          <p:cNvSpPr/>
          <p:nvPr/>
        </p:nvSpPr>
        <p:spPr>
          <a:xfrm>
            <a:off x="8840516" y="6113570"/>
            <a:ext cx="1115536" cy="262073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剩余寿命预测</a:t>
            </a:r>
          </a:p>
        </p:txBody>
      </p:sp>
      <p:sp>
        <p:nvSpPr>
          <p:cNvPr id="81" name="箭头: 下 80">
            <a:extLst>
              <a:ext uri="{FF2B5EF4-FFF2-40B4-BE49-F238E27FC236}">
                <a16:creationId xmlns:a16="http://schemas.microsoft.com/office/drawing/2014/main" id="{758AE48F-96B6-4991-AD82-C4952ACCD9F5}"/>
              </a:ext>
            </a:extLst>
          </p:cNvPr>
          <p:cNvSpPr/>
          <p:nvPr/>
        </p:nvSpPr>
        <p:spPr>
          <a:xfrm rot="10800000">
            <a:off x="9324252" y="5220900"/>
            <a:ext cx="163223" cy="711609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51753F68-0319-4C20-BCC4-FD965D5EC484}"/>
              </a:ext>
            </a:extLst>
          </p:cNvPr>
          <p:cNvSpPr txBox="1"/>
          <p:nvPr/>
        </p:nvSpPr>
        <p:spPr>
          <a:xfrm>
            <a:off x="9324252" y="4527472"/>
            <a:ext cx="181827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延长使用寿命</a:t>
            </a:r>
            <a:endParaRPr lang="en-US" altLang="zh-CN" sz="1600" b="1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en-US" altLang="zh-CN" sz="18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endParaRPr lang="zh-CN" altLang="en-US" sz="1800" b="1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584EBF58-38DA-4C79-999C-780B73CD4B1B}"/>
              </a:ext>
            </a:extLst>
          </p:cNvPr>
          <p:cNvSpPr txBox="1"/>
          <p:nvPr/>
        </p:nvSpPr>
        <p:spPr>
          <a:xfrm>
            <a:off x="8006931" y="1917985"/>
            <a:ext cx="181827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缩减投入成本</a:t>
            </a:r>
            <a:r>
              <a:rPr lang="en-US" altLang="zh-CN" sz="14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Capex &amp; </a:t>
            </a:r>
            <a:r>
              <a:rPr lang="en-US" altLang="zh-CN" sz="1400" b="1" u="sng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Opex</a:t>
            </a:r>
            <a:endParaRPr lang="en-US" altLang="zh-CN" sz="1600" b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en-US" altLang="zh-CN" sz="1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10-15%</a:t>
            </a:r>
            <a:endParaRPr lang="zh-CN" altLang="en-US" sz="18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4F0AB1B4-0C24-43CE-B141-04CB449BC07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59685" y="1451341"/>
            <a:ext cx="1107968" cy="1797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1C9828EE-D9E9-4973-9522-14BEA997923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59218" y="4316783"/>
            <a:ext cx="218443" cy="197946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73B31763-19D7-4947-AA3F-037C4E56F65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892" b="96145" l="2198" r="98430">
                        <a14:foregroundMark x1="46625" y1="6024" x2="46625" y2="6024"/>
                        <a14:foregroundMark x1="6279" y1="62410" x2="6279" y2="62410"/>
                        <a14:foregroundMark x1="2198" y1="62892" x2="2198" y2="62892"/>
                        <a14:foregroundMark x1="95133" y1="62892" x2="95133" y2="62892"/>
                        <a14:foregroundMark x1="99058" y1="64819" x2="99058" y2="64819"/>
                        <a14:foregroundMark x1="38148" y1="94217" x2="38148" y2="94217"/>
                        <a14:foregroundMark x1="35636" y1="90361" x2="35636" y2="90361"/>
                        <a14:foregroundMark x1="56044" y1="95422" x2="56044" y2="95422"/>
                        <a14:foregroundMark x1="36892" y1="96145" x2="36892" y2="96145"/>
                        <a14:foregroundMark x1="46625" y1="2892" x2="46625" y2="289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61129" y="4927510"/>
            <a:ext cx="324752" cy="211573"/>
          </a:xfrm>
          <a:prstGeom prst="rect">
            <a:avLst/>
          </a:prstGeom>
        </p:spPr>
      </p:pic>
      <p:sp>
        <p:nvSpPr>
          <p:cNvPr id="134" name="文本框 133">
            <a:extLst>
              <a:ext uri="{FF2B5EF4-FFF2-40B4-BE49-F238E27FC236}">
                <a16:creationId xmlns:a16="http://schemas.microsoft.com/office/drawing/2014/main" id="{D56DDD67-8F92-4E5F-834F-144831663678}"/>
              </a:ext>
            </a:extLst>
          </p:cNvPr>
          <p:cNvSpPr txBox="1"/>
          <p:nvPr/>
        </p:nvSpPr>
        <p:spPr>
          <a:xfrm>
            <a:off x="5783340" y="2917925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数字孪生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闭环在线仿真技术，用于求解模型参数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8F6C9508-DE45-4184-B520-D3088A361583}"/>
              </a:ext>
            </a:extLst>
          </p:cNvPr>
          <p:cNvSpPr txBox="1"/>
          <p:nvPr/>
        </p:nvSpPr>
        <p:spPr>
          <a:xfrm>
            <a:off x="4749227" y="4337560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参数识别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基于状态空间模型进行关键参数监控</a:t>
            </a:r>
          </a:p>
        </p:txBody>
      </p:sp>
      <p:pic>
        <p:nvPicPr>
          <p:cNvPr id="136" name="图片 135">
            <a:extLst>
              <a:ext uri="{FF2B5EF4-FFF2-40B4-BE49-F238E27FC236}">
                <a16:creationId xmlns:a16="http://schemas.microsoft.com/office/drawing/2014/main" id="{DE9F2A98-2D11-4048-A7F7-B38D7E19C5C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505" b="95882" l="4338" r="92466">
                        <a14:foregroundMark x1="33562" y1="4633" x2="33562" y2="4633"/>
                        <a14:foregroundMark x1="45662" y1="39640" x2="45662" y2="39640"/>
                        <a14:foregroundMark x1="4338" y1="39382" x2="4338" y2="39382"/>
                        <a14:foregroundMark x1="85502" y1="39640" x2="85502" y2="39640"/>
                        <a14:foregroundMark x1="92466" y1="80695" x2="92466" y2="80695"/>
                        <a14:foregroundMark x1="89954" y1="95882" x2="89954" y2="95882"/>
                        <a14:foregroundMark x1="47146" y1="65508" x2="47146" y2="655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38637" y="3961312"/>
            <a:ext cx="377056" cy="334443"/>
          </a:xfrm>
          <a:prstGeom prst="rect">
            <a:avLst/>
          </a:prstGeom>
        </p:spPr>
      </p:pic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CFAF8110-EEF2-4477-95BB-C2997D2FA3AE}"/>
              </a:ext>
            </a:extLst>
          </p:cNvPr>
          <p:cNvGrpSpPr/>
          <p:nvPr/>
        </p:nvGrpSpPr>
        <p:grpSpPr>
          <a:xfrm>
            <a:off x="6129527" y="2510886"/>
            <a:ext cx="668902" cy="361067"/>
            <a:chOff x="7829560" y="957802"/>
            <a:chExt cx="960307" cy="518364"/>
          </a:xfrm>
        </p:grpSpPr>
        <p:pic>
          <p:nvPicPr>
            <p:cNvPr id="138" name="图片 137">
              <a:extLst>
                <a:ext uri="{FF2B5EF4-FFF2-40B4-BE49-F238E27FC236}">
                  <a16:creationId xmlns:a16="http://schemas.microsoft.com/office/drawing/2014/main" id="{E4725385-E98B-4EB1-B418-B497C2DBA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279387" y="957802"/>
              <a:ext cx="510480" cy="518364"/>
            </a:xfrm>
            <a:prstGeom prst="rect">
              <a:avLst/>
            </a:prstGeom>
          </p:spPr>
        </p:pic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1ED839BA-6068-4777-876D-C57A77CA4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829560" y="957802"/>
              <a:ext cx="479646" cy="518364"/>
            </a:xfrm>
            <a:prstGeom prst="rect">
              <a:avLst/>
            </a:prstGeom>
          </p:spPr>
        </p:pic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DE7FFF4-D2BA-43BF-8CA6-03730D0567E3}"/>
              </a:ext>
            </a:extLst>
          </p:cNvPr>
          <p:cNvSpPr txBox="1"/>
          <p:nvPr/>
        </p:nvSpPr>
        <p:spPr>
          <a:xfrm>
            <a:off x="7332587" y="5526794"/>
            <a:ext cx="13612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数据驱动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状态方程求解</a:t>
            </a:r>
          </a:p>
        </p:txBody>
      </p:sp>
      <p:pic>
        <p:nvPicPr>
          <p:cNvPr id="143" name="图片 142">
            <a:extLst>
              <a:ext uri="{FF2B5EF4-FFF2-40B4-BE49-F238E27FC236}">
                <a16:creationId xmlns:a16="http://schemas.microsoft.com/office/drawing/2014/main" id="{B4259DDE-F0CA-4126-8CAE-24B94C917462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10262" y="5121303"/>
            <a:ext cx="464345" cy="401913"/>
          </a:xfrm>
          <a:prstGeom prst="rect">
            <a:avLst/>
          </a:prstGeom>
        </p:spPr>
      </p:pic>
      <p:sp>
        <p:nvSpPr>
          <p:cNvPr id="145" name="文本框 144">
            <a:extLst>
              <a:ext uri="{FF2B5EF4-FFF2-40B4-BE49-F238E27FC236}">
                <a16:creationId xmlns:a16="http://schemas.microsoft.com/office/drawing/2014/main" id="{609910D9-70E2-4476-88E9-D28C84FCE3E6}"/>
              </a:ext>
            </a:extLst>
          </p:cNvPr>
          <p:cNvSpPr txBox="1"/>
          <p:nvPr/>
        </p:nvSpPr>
        <p:spPr>
          <a:xfrm>
            <a:off x="10013012" y="6080001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预测算法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随机过程、机器学习等算法，用于寿命预测</a:t>
            </a:r>
          </a:p>
        </p:txBody>
      </p:sp>
      <p:pic>
        <p:nvPicPr>
          <p:cNvPr id="146" name="图片 145">
            <a:extLst>
              <a:ext uri="{FF2B5EF4-FFF2-40B4-BE49-F238E27FC236}">
                <a16:creationId xmlns:a16="http://schemas.microsoft.com/office/drawing/2014/main" id="{5F7ECAE2-FD08-4004-AB88-DFDC2089BC4B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443588" y="5628169"/>
            <a:ext cx="462200" cy="455166"/>
          </a:xfrm>
          <a:prstGeom prst="rect">
            <a:avLst/>
          </a:prstGeom>
        </p:spPr>
      </p:pic>
      <p:sp>
        <p:nvSpPr>
          <p:cNvPr id="149" name="TextBox 6">
            <a:extLst>
              <a:ext uri="{FF2B5EF4-FFF2-40B4-BE49-F238E27FC236}">
                <a16:creationId xmlns:a16="http://schemas.microsoft.com/office/drawing/2014/main" id="{E2C77106-B349-4169-B54E-44DB61CA2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8861" y="3427766"/>
            <a:ext cx="2511206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通过延长寿命，降低维修成本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有效缩减经济成本</a:t>
            </a:r>
            <a:endParaRPr lang="en-US" altLang="zh-CN" sz="1200" b="1" u="sng" dirty="0">
              <a:solidFill>
                <a:schemeClr val="tx2"/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81344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矩形 187">
            <a:extLst>
              <a:ext uri="{FF2B5EF4-FFF2-40B4-BE49-F238E27FC236}">
                <a16:creationId xmlns:a16="http://schemas.microsoft.com/office/drawing/2014/main" id="{A79F8823-652C-4DF2-9448-F8B55CDE2451}"/>
              </a:ext>
            </a:extLst>
          </p:cNvPr>
          <p:cNvSpPr/>
          <p:nvPr/>
        </p:nvSpPr>
        <p:spPr>
          <a:xfrm>
            <a:off x="4103272" y="944523"/>
            <a:ext cx="3985455" cy="5067657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D140DC2D-0E72-45B9-A893-2E9B0B2D629F}"/>
              </a:ext>
            </a:extLst>
          </p:cNvPr>
          <p:cNvSpPr txBox="1">
            <a:spLocks/>
          </p:cNvSpPr>
          <p:nvPr/>
        </p:nvSpPr>
        <p:spPr bwMode="auto">
          <a:xfrm>
            <a:off x="28322" y="228957"/>
            <a:ext cx="2624159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TW" sz="2800" dirty="0"/>
              <a:t>B</a:t>
            </a:r>
            <a:r>
              <a:rPr lang="en-US" altLang="zh-CN" sz="2800" dirty="0"/>
              <a:t>enefits</a:t>
            </a:r>
            <a:endParaRPr lang="zh-TW" altLang="en-US" sz="2800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F3C13AD-8899-4F24-9BD9-AF6AEDAB48D7}"/>
              </a:ext>
            </a:extLst>
          </p:cNvPr>
          <p:cNvCxnSpPr/>
          <p:nvPr/>
        </p:nvCxnSpPr>
        <p:spPr>
          <a:xfrm>
            <a:off x="2811780" y="586740"/>
            <a:ext cx="92430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標題 1">
            <a:extLst>
              <a:ext uri="{FF2B5EF4-FFF2-40B4-BE49-F238E27FC236}">
                <a16:creationId xmlns:a16="http://schemas.microsoft.com/office/drawing/2014/main" id="{40480E23-5CC3-4885-8B93-411A9A86FFD7}"/>
              </a:ext>
            </a:extLst>
          </p:cNvPr>
          <p:cNvSpPr txBox="1">
            <a:spLocks/>
          </p:cNvSpPr>
          <p:nvPr/>
        </p:nvSpPr>
        <p:spPr bwMode="auto">
          <a:xfrm>
            <a:off x="2811773" y="228957"/>
            <a:ext cx="9243060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研发：使能可靠设计，助力调试进程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68E0D644-4E62-48B0-A2A5-B508ECB3227E}"/>
              </a:ext>
            </a:extLst>
          </p:cNvPr>
          <p:cNvSpPr/>
          <p:nvPr/>
        </p:nvSpPr>
        <p:spPr>
          <a:xfrm>
            <a:off x="9603560" y="4231070"/>
            <a:ext cx="2746119" cy="2499674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600" b="1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望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485C7D7-F46C-41AA-8B53-6EE33D39264F}"/>
              </a:ext>
            </a:extLst>
          </p:cNvPr>
          <p:cNvSpPr txBox="1"/>
          <p:nvPr/>
        </p:nvSpPr>
        <p:spPr>
          <a:xfrm>
            <a:off x="4691429" y="2310403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400" b="1" dirty="0">
                <a:solidFill>
                  <a:srgbClr val="0087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虚拟示波器</a:t>
            </a:r>
            <a:endParaRPr lang="en-US" altLang="zh-CN" sz="1400" b="1" dirty="0">
              <a:solidFill>
                <a:srgbClr val="0087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spcBef>
                <a:spcPts val="600"/>
              </a:spcBef>
            </a:pPr>
            <a:r>
              <a:rPr lang="zh-CN" altLang="en-US" sz="800" dirty="0">
                <a:solidFill>
                  <a:srgbClr val="0087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用于采集、记录并展示相关电压电流波形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CA8404EA-6031-4F93-A97F-1E0D8EBD12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95185" l="5780" r="95376">
                        <a14:foregroundMark x1="24277" y1="7407" x2="24277" y2="7407"/>
                        <a14:foregroundMark x1="6647" y1="10741" x2="6647" y2="10741"/>
                        <a14:foregroundMark x1="65318" y1="8519" x2="65318" y2="8519"/>
                        <a14:foregroundMark x1="93642" y1="9630" x2="93642" y2="9630"/>
                        <a14:foregroundMark x1="95376" y1="17407" x2="95376" y2="17407"/>
                        <a14:foregroundMark x1="19364" y1="95185" x2="19364" y2="95185"/>
                        <a14:foregroundMark x1="71965" y1="78148" x2="71965" y2="78148"/>
                        <a14:foregroundMark x1="34393" y1="70741" x2="34393" y2="70741"/>
                        <a14:foregroundMark x1="17341" y1="67407" x2="17341" y2="67407"/>
                        <a14:foregroundMark x1="21098" y1="25926" x2="21098" y2="25926"/>
                        <a14:foregroundMark x1="81792" y1="16667" x2="81792" y2="16667"/>
                        <a14:foregroundMark x1="82370" y1="49259" x2="82370" y2="49259"/>
                        <a14:foregroundMark x1="81792" y1="58148" x2="81792" y2="58148"/>
                        <a14:foregroundMark x1="57514" y1="67037" x2="57514" y2="67037"/>
                        <a14:foregroundMark x1="50000" y1="67037" x2="50000" y2="67037"/>
                        <a14:foregroundMark x1="41908" y1="66667" x2="41908" y2="66667"/>
                        <a14:foregroundMark x1="41618" y1="77407" x2="41618" y2="77407"/>
                        <a14:foregroundMark x1="50000" y1="77778" x2="50000" y2="77778"/>
                        <a14:foregroundMark x1="58092" y1="77407" x2="58092" y2="774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9350" y="1881123"/>
            <a:ext cx="556406" cy="434189"/>
          </a:xfrm>
          <a:prstGeom prst="rect">
            <a:avLst/>
          </a:prstGeom>
        </p:spPr>
      </p:pic>
      <p:sp>
        <p:nvSpPr>
          <p:cNvPr id="101" name="矩形 100">
            <a:extLst>
              <a:ext uri="{FF2B5EF4-FFF2-40B4-BE49-F238E27FC236}">
                <a16:creationId xmlns:a16="http://schemas.microsoft.com/office/drawing/2014/main" id="{079E4650-48C1-4A04-8618-D27487E1F6C1}"/>
              </a:ext>
            </a:extLst>
          </p:cNvPr>
          <p:cNvSpPr/>
          <p:nvPr/>
        </p:nvSpPr>
        <p:spPr>
          <a:xfrm>
            <a:off x="3459672" y="7102814"/>
            <a:ext cx="1577340" cy="445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DD1C0096-F7E4-48EB-84A5-FF32B6F42F85}"/>
              </a:ext>
            </a:extLst>
          </p:cNvPr>
          <p:cNvSpPr txBox="1"/>
          <p:nvPr/>
        </p:nvSpPr>
        <p:spPr>
          <a:xfrm>
            <a:off x="3403693" y="7171427"/>
            <a:ext cx="1689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波形测量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101A916-04F6-4E06-AA39-BC4420E0EE54}"/>
              </a:ext>
            </a:extLst>
          </p:cNvPr>
          <p:cNvSpPr/>
          <p:nvPr/>
        </p:nvSpPr>
        <p:spPr>
          <a:xfrm>
            <a:off x="5148970" y="7102017"/>
            <a:ext cx="1577340" cy="445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E80B6E6F-2FA7-434A-A660-CD2586E0582D}"/>
              </a:ext>
            </a:extLst>
          </p:cNvPr>
          <p:cNvSpPr txBox="1"/>
          <p:nvPr/>
        </p:nvSpPr>
        <p:spPr>
          <a:xfrm>
            <a:off x="5092991" y="7170630"/>
            <a:ext cx="1689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器件验证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85D02C43-348B-4F94-B013-BE36C9BEFA72}"/>
              </a:ext>
            </a:extLst>
          </p:cNvPr>
          <p:cNvSpPr/>
          <p:nvPr/>
        </p:nvSpPr>
        <p:spPr>
          <a:xfrm>
            <a:off x="6891794" y="7102017"/>
            <a:ext cx="1577340" cy="445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E5F03E7F-C25F-4310-9917-8DF22C9B47C4}"/>
              </a:ext>
            </a:extLst>
          </p:cNvPr>
          <p:cNvSpPr txBox="1"/>
          <p:nvPr/>
        </p:nvSpPr>
        <p:spPr>
          <a:xfrm>
            <a:off x="6835815" y="7170630"/>
            <a:ext cx="1689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效率验证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ED58A569-7280-46A6-BCBB-9947817B3E32}"/>
              </a:ext>
            </a:extLst>
          </p:cNvPr>
          <p:cNvSpPr/>
          <p:nvPr/>
        </p:nvSpPr>
        <p:spPr>
          <a:xfrm>
            <a:off x="8595694" y="7101029"/>
            <a:ext cx="1577340" cy="445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8721E105-AEB5-405F-A032-F4001B11F65A}"/>
              </a:ext>
            </a:extLst>
          </p:cNvPr>
          <p:cNvSpPr txBox="1"/>
          <p:nvPr/>
        </p:nvSpPr>
        <p:spPr>
          <a:xfrm>
            <a:off x="8539715" y="7169642"/>
            <a:ext cx="1689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功能验证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0DB674C8-9205-465B-81F9-8EF8F985AFE4}"/>
              </a:ext>
            </a:extLst>
          </p:cNvPr>
          <p:cNvSpPr txBox="1"/>
          <p:nvPr/>
        </p:nvSpPr>
        <p:spPr>
          <a:xfrm>
            <a:off x="8588471" y="2310403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数字孪生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闭环在线仿真技术，用于求解模型参数</a:t>
            </a: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4D58CBEC-6E34-4CB7-A963-3424DB785D8E}"/>
              </a:ext>
            </a:extLst>
          </p:cNvPr>
          <p:cNvGrpSpPr/>
          <p:nvPr/>
        </p:nvGrpSpPr>
        <p:grpSpPr>
          <a:xfrm>
            <a:off x="8934658" y="1900658"/>
            <a:ext cx="668902" cy="361067"/>
            <a:chOff x="7829560" y="957802"/>
            <a:chExt cx="960307" cy="518364"/>
          </a:xfrm>
        </p:grpSpPr>
        <p:pic>
          <p:nvPicPr>
            <p:cNvPr id="111" name="图片 110">
              <a:extLst>
                <a:ext uri="{FF2B5EF4-FFF2-40B4-BE49-F238E27FC236}">
                  <a16:creationId xmlns:a16="http://schemas.microsoft.com/office/drawing/2014/main" id="{F02F3E61-6E69-4810-8D81-D48B3C43F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279387" y="957802"/>
              <a:ext cx="510480" cy="518364"/>
            </a:xfrm>
            <a:prstGeom prst="rect">
              <a:avLst/>
            </a:prstGeom>
          </p:spPr>
        </p:pic>
        <p:pic>
          <p:nvPicPr>
            <p:cNvPr id="112" name="图片 111">
              <a:extLst>
                <a:ext uri="{FF2B5EF4-FFF2-40B4-BE49-F238E27FC236}">
                  <a16:creationId xmlns:a16="http://schemas.microsoft.com/office/drawing/2014/main" id="{0180F34A-333C-43BB-B4AA-F1F9BAEAD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829560" y="957802"/>
              <a:ext cx="479646" cy="518364"/>
            </a:xfrm>
            <a:prstGeom prst="rect">
              <a:avLst/>
            </a:prstGeom>
          </p:spPr>
        </p:pic>
      </p:grpSp>
      <p:sp>
        <p:nvSpPr>
          <p:cNvPr id="114" name="文本框 113">
            <a:extLst>
              <a:ext uri="{FF2B5EF4-FFF2-40B4-BE49-F238E27FC236}">
                <a16:creationId xmlns:a16="http://schemas.microsoft.com/office/drawing/2014/main" id="{6231E428-9CFC-4921-831A-7B0A20274238}"/>
              </a:ext>
            </a:extLst>
          </p:cNvPr>
          <p:cNvSpPr txBox="1"/>
          <p:nvPr/>
        </p:nvSpPr>
        <p:spPr>
          <a:xfrm>
            <a:off x="6211156" y="2310403"/>
            <a:ext cx="13612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400" b="1" dirty="0">
                <a:solidFill>
                  <a:srgbClr val="0087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图形用户界面</a:t>
            </a:r>
            <a:endParaRPr lang="en-US" altLang="zh-CN" sz="1400" b="1" dirty="0">
              <a:solidFill>
                <a:srgbClr val="0087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spcBef>
                <a:spcPts val="600"/>
              </a:spcBef>
            </a:pPr>
            <a:r>
              <a:rPr lang="zh-CN" altLang="en-US" sz="800" dirty="0">
                <a:solidFill>
                  <a:srgbClr val="0087D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用于展示设备当前状态</a:t>
            </a:r>
          </a:p>
        </p:txBody>
      </p:sp>
      <p:pic>
        <p:nvPicPr>
          <p:cNvPr id="116" name="图片 1" descr="image001">
            <a:extLst>
              <a:ext uri="{FF2B5EF4-FFF2-40B4-BE49-F238E27FC236}">
                <a16:creationId xmlns:a16="http://schemas.microsoft.com/office/drawing/2014/main" id="{77C259F4-67B8-41B4-A3A0-6FC1DD842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857" y="1876521"/>
            <a:ext cx="753873" cy="409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" name="TextBox 6">
            <a:extLst>
              <a:ext uri="{FF2B5EF4-FFF2-40B4-BE49-F238E27FC236}">
                <a16:creationId xmlns:a16="http://schemas.microsoft.com/office/drawing/2014/main" id="{5EC8814F-A4F1-4C0A-AD2D-BC6035078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3313" y="3592207"/>
            <a:ext cx="2970427" cy="1651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依赖</a:t>
            </a:r>
            <a:r>
              <a:rPr lang="zh-CN" altLang="en-US" sz="1200" b="1" u="sng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虚拟示波器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功能，展示部分内部波形，缩短调试所需时间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图形界面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记录完善故障原因，帮助快速完成</a:t>
            </a:r>
            <a:r>
              <a:rPr lang="zh-CN" altLang="en-US" sz="1200" b="1" u="sng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修机器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工作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专家库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，加速软件调试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B52F65DE-7454-4DF6-8240-6E786CAD37F1}"/>
              </a:ext>
            </a:extLst>
          </p:cNvPr>
          <p:cNvSpPr txBox="1"/>
          <p:nvPr/>
        </p:nvSpPr>
        <p:spPr>
          <a:xfrm>
            <a:off x="10049180" y="2310403"/>
            <a:ext cx="13612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参数识别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基于状态空间模型进行关键参数监控</a:t>
            </a:r>
          </a:p>
        </p:txBody>
      </p:sp>
      <p:pic>
        <p:nvPicPr>
          <p:cNvPr id="194" name="图片 193">
            <a:extLst>
              <a:ext uri="{FF2B5EF4-FFF2-40B4-BE49-F238E27FC236}">
                <a16:creationId xmlns:a16="http://schemas.microsoft.com/office/drawing/2014/main" id="{235F1CA9-4776-487C-9780-79DF1BFA06B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505" b="95882" l="4338" r="92466">
                        <a14:foregroundMark x1="33562" y1="4633" x2="33562" y2="4633"/>
                        <a14:foregroundMark x1="45662" y1="39640" x2="45662" y2="39640"/>
                        <a14:foregroundMark x1="4338" y1="39382" x2="4338" y2="39382"/>
                        <a14:foregroundMark x1="85502" y1="39640" x2="85502" y2="39640"/>
                        <a14:foregroundMark x1="92466" y1="80695" x2="92466" y2="80695"/>
                        <a14:foregroundMark x1="89954" y1="95882" x2="89954" y2="95882"/>
                        <a14:foregroundMark x1="47146" y1="65508" x2="47146" y2="655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38590" y="1913970"/>
            <a:ext cx="377056" cy="334443"/>
          </a:xfrm>
          <a:prstGeom prst="rect">
            <a:avLst/>
          </a:prstGeom>
        </p:spPr>
      </p:pic>
      <p:sp>
        <p:nvSpPr>
          <p:cNvPr id="196" name="文本框 195">
            <a:extLst>
              <a:ext uri="{FF2B5EF4-FFF2-40B4-BE49-F238E27FC236}">
                <a16:creationId xmlns:a16="http://schemas.microsoft.com/office/drawing/2014/main" id="{A8902A2B-3723-41E2-9840-4F5101FD4F69}"/>
              </a:ext>
            </a:extLst>
          </p:cNvPr>
          <p:cNvSpPr txBox="1"/>
          <p:nvPr/>
        </p:nvSpPr>
        <p:spPr>
          <a:xfrm>
            <a:off x="776368" y="2310403"/>
            <a:ext cx="13612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工作日志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用于日常故障记录</a:t>
            </a: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3A4FFA82-0E17-4279-9374-9B8FBB252565}"/>
              </a:ext>
            </a:extLst>
          </p:cNvPr>
          <p:cNvGrpSpPr/>
          <p:nvPr/>
        </p:nvGrpSpPr>
        <p:grpSpPr>
          <a:xfrm>
            <a:off x="1164331" y="1844480"/>
            <a:ext cx="580295" cy="473422"/>
            <a:chOff x="596342" y="5029059"/>
            <a:chExt cx="580295" cy="473422"/>
          </a:xfrm>
        </p:grpSpPr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64209C11-797B-4927-B5C4-9865BE286263}"/>
                </a:ext>
              </a:extLst>
            </p:cNvPr>
            <p:cNvGrpSpPr/>
            <p:nvPr/>
          </p:nvGrpSpPr>
          <p:grpSpPr>
            <a:xfrm>
              <a:off x="800534" y="5029059"/>
              <a:ext cx="376103" cy="387500"/>
              <a:chOff x="800534" y="5029059"/>
              <a:chExt cx="376103" cy="387500"/>
            </a:xfrm>
          </p:grpSpPr>
          <p:pic>
            <p:nvPicPr>
              <p:cNvPr id="223" name="图片 222">
                <a:extLst>
                  <a:ext uri="{FF2B5EF4-FFF2-40B4-BE49-F238E27FC236}">
                    <a16:creationId xmlns:a16="http://schemas.microsoft.com/office/drawing/2014/main" id="{46902467-DB6D-4268-B2A7-239FB91CA3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00534" y="5029059"/>
                <a:ext cx="376103" cy="38750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0B50D6A5-D04C-4F79-92AA-D4112C4883DF}"/>
                  </a:ext>
                </a:extLst>
              </p:cNvPr>
              <p:cNvSpPr/>
              <p:nvPr/>
            </p:nvSpPr>
            <p:spPr>
              <a:xfrm>
                <a:off x="905645" y="5136219"/>
                <a:ext cx="172284" cy="230505"/>
              </a:xfrm>
              <a:prstGeom prst="rect">
                <a:avLst/>
              </a:prstGeom>
              <a:solidFill>
                <a:srgbClr val="F5F9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6B933B7C-2319-49BC-A1F3-3712F520AB90}"/>
                  </a:ext>
                </a:extLst>
              </p:cNvPr>
              <p:cNvSpPr txBox="1"/>
              <p:nvPr/>
            </p:nvSpPr>
            <p:spPr>
              <a:xfrm>
                <a:off x="865696" y="5086384"/>
                <a:ext cx="10534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tx2"/>
                    </a:solidFill>
                  </a:rPr>
                  <a:t>A</a:t>
                </a:r>
                <a:endParaRPr lang="zh-CN" altLang="en-US" sz="6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226" name="组合 225">
                <a:extLst>
                  <a:ext uri="{FF2B5EF4-FFF2-40B4-BE49-F238E27FC236}">
                    <a16:creationId xmlns:a16="http://schemas.microsoft.com/office/drawing/2014/main" id="{A0E3F426-AB26-4085-9ABE-DC17C13B38E1}"/>
                  </a:ext>
                </a:extLst>
              </p:cNvPr>
              <p:cNvGrpSpPr/>
              <p:nvPr/>
            </p:nvGrpSpPr>
            <p:grpSpPr>
              <a:xfrm>
                <a:off x="898046" y="5149667"/>
                <a:ext cx="187408" cy="203607"/>
                <a:chOff x="1230433" y="5051947"/>
                <a:chExt cx="187408" cy="258965"/>
              </a:xfrm>
            </p:grpSpPr>
            <p:cxnSp>
              <p:nvCxnSpPr>
                <p:cNvPr id="227" name="直接连接符 226">
                  <a:extLst>
                    <a:ext uri="{FF2B5EF4-FFF2-40B4-BE49-F238E27FC236}">
                      <a16:creationId xmlns:a16="http://schemas.microsoft.com/office/drawing/2014/main" id="{3BB40C1D-A001-45E0-9BAD-E939764124B5}"/>
                    </a:ext>
                  </a:extLst>
                </p:cNvPr>
                <p:cNvCxnSpPr/>
                <p:nvPr/>
              </p:nvCxnSpPr>
              <p:spPr>
                <a:xfrm>
                  <a:off x="1294016" y="5051947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直接连接符 227">
                  <a:extLst>
                    <a:ext uri="{FF2B5EF4-FFF2-40B4-BE49-F238E27FC236}">
                      <a16:creationId xmlns:a16="http://schemas.microsoft.com/office/drawing/2014/main" id="{EEBFC6B2-75EB-4D02-A540-77EBDA4CA5D0}"/>
                    </a:ext>
                  </a:extLst>
                </p:cNvPr>
                <p:cNvCxnSpPr/>
                <p:nvPr/>
              </p:nvCxnSpPr>
              <p:spPr>
                <a:xfrm>
                  <a:off x="1294016" y="5095108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直接连接符 228">
                  <a:extLst>
                    <a:ext uri="{FF2B5EF4-FFF2-40B4-BE49-F238E27FC236}">
                      <a16:creationId xmlns:a16="http://schemas.microsoft.com/office/drawing/2014/main" id="{12C5588C-C559-4850-9B30-A6CC8EFEF3C6}"/>
                    </a:ext>
                  </a:extLst>
                </p:cNvPr>
                <p:cNvCxnSpPr/>
                <p:nvPr/>
              </p:nvCxnSpPr>
              <p:spPr>
                <a:xfrm>
                  <a:off x="1294016" y="5138269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直接连接符 229">
                  <a:extLst>
                    <a:ext uri="{FF2B5EF4-FFF2-40B4-BE49-F238E27FC236}">
                      <a16:creationId xmlns:a16="http://schemas.microsoft.com/office/drawing/2014/main" id="{97EEB8A5-12EE-4C53-9A20-5D06CB41A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181430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直接连接符 230">
                  <a:extLst>
                    <a:ext uri="{FF2B5EF4-FFF2-40B4-BE49-F238E27FC236}">
                      <a16:creationId xmlns:a16="http://schemas.microsoft.com/office/drawing/2014/main" id="{6FB4FFDC-DADC-40F2-BBEE-33310A2E34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224591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直接连接符 231">
                  <a:extLst>
                    <a:ext uri="{FF2B5EF4-FFF2-40B4-BE49-F238E27FC236}">
                      <a16:creationId xmlns:a16="http://schemas.microsoft.com/office/drawing/2014/main" id="{07A6F2B3-4658-47D0-8EB0-307D9084DE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267752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直接连接符 232">
                  <a:extLst>
                    <a:ext uri="{FF2B5EF4-FFF2-40B4-BE49-F238E27FC236}">
                      <a16:creationId xmlns:a16="http://schemas.microsoft.com/office/drawing/2014/main" id="{8894A797-38FE-44CA-A9FE-23F0867B06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310912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BFCEDE46-E55C-4B46-9DDF-E10405EEB01B}"/>
                </a:ext>
              </a:extLst>
            </p:cNvPr>
            <p:cNvGrpSpPr/>
            <p:nvPr/>
          </p:nvGrpSpPr>
          <p:grpSpPr>
            <a:xfrm>
              <a:off x="698438" y="5072020"/>
              <a:ext cx="376103" cy="387500"/>
              <a:chOff x="800534" y="5029059"/>
              <a:chExt cx="376103" cy="387500"/>
            </a:xfrm>
          </p:grpSpPr>
          <p:pic>
            <p:nvPicPr>
              <p:cNvPr id="212" name="图片 211">
                <a:extLst>
                  <a:ext uri="{FF2B5EF4-FFF2-40B4-BE49-F238E27FC236}">
                    <a16:creationId xmlns:a16="http://schemas.microsoft.com/office/drawing/2014/main" id="{46B9DDF2-75CC-423A-8166-6BB3E36F22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00534" y="5029059"/>
                <a:ext cx="376103" cy="38750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6E2A1CD8-3A69-4C38-9763-B98215E044D8}"/>
                  </a:ext>
                </a:extLst>
              </p:cNvPr>
              <p:cNvSpPr/>
              <p:nvPr/>
            </p:nvSpPr>
            <p:spPr>
              <a:xfrm>
                <a:off x="905645" y="5136219"/>
                <a:ext cx="172284" cy="230505"/>
              </a:xfrm>
              <a:prstGeom prst="rect">
                <a:avLst/>
              </a:prstGeom>
              <a:solidFill>
                <a:srgbClr val="F5F9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4E816FA1-8AE9-427D-B530-B20FDAF63035}"/>
                  </a:ext>
                </a:extLst>
              </p:cNvPr>
              <p:cNvSpPr txBox="1"/>
              <p:nvPr/>
            </p:nvSpPr>
            <p:spPr>
              <a:xfrm>
                <a:off x="865696" y="5086384"/>
                <a:ext cx="10534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tx2"/>
                    </a:solidFill>
                  </a:rPr>
                  <a:t>A</a:t>
                </a:r>
                <a:endParaRPr lang="zh-CN" altLang="en-US" sz="6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215" name="组合 214">
                <a:extLst>
                  <a:ext uri="{FF2B5EF4-FFF2-40B4-BE49-F238E27FC236}">
                    <a16:creationId xmlns:a16="http://schemas.microsoft.com/office/drawing/2014/main" id="{C5633382-7420-4526-BB4C-C4C40C499B7D}"/>
                  </a:ext>
                </a:extLst>
              </p:cNvPr>
              <p:cNvGrpSpPr/>
              <p:nvPr/>
            </p:nvGrpSpPr>
            <p:grpSpPr>
              <a:xfrm>
                <a:off x="898046" y="5149667"/>
                <a:ext cx="187408" cy="203607"/>
                <a:chOff x="1230433" y="5051947"/>
                <a:chExt cx="187408" cy="258965"/>
              </a:xfrm>
            </p:grpSpPr>
            <p:cxnSp>
              <p:nvCxnSpPr>
                <p:cNvPr id="216" name="直接连接符 215">
                  <a:extLst>
                    <a:ext uri="{FF2B5EF4-FFF2-40B4-BE49-F238E27FC236}">
                      <a16:creationId xmlns:a16="http://schemas.microsoft.com/office/drawing/2014/main" id="{8B467907-2560-4CF3-95ED-369441C3FF5D}"/>
                    </a:ext>
                  </a:extLst>
                </p:cNvPr>
                <p:cNvCxnSpPr/>
                <p:nvPr/>
              </p:nvCxnSpPr>
              <p:spPr>
                <a:xfrm>
                  <a:off x="1294016" y="5051947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直接连接符 216">
                  <a:extLst>
                    <a:ext uri="{FF2B5EF4-FFF2-40B4-BE49-F238E27FC236}">
                      <a16:creationId xmlns:a16="http://schemas.microsoft.com/office/drawing/2014/main" id="{9719F1C9-77BA-414C-B881-C8CC251BA296}"/>
                    </a:ext>
                  </a:extLst>
                </p:cNvPr>
                <p:cNvCxnSpPr/>
                <p:nvPr/>
              </p:nvCxnSpPr>
              <p:spPr>
                <a:xfrm>
                  <a:off x="1294016" y="5095108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接连接符 217">
                  <a:extLst>
                    <a:ext uri="{FF2B5EF4-FFF2-40B4-BE49-F238E27FC236}">
                      <a16:creationId xmlns:a16="http://schemas.microsoft.com/office/drawing/2014/main" id="{B9CCF35C-32A5-4290-AAEA-1DB1D4F2A1A9}"/>
                    </a:ext>
                  </a:extLst>
                </p:cNvPr>
                <p:cNvCxnSpPr/>
                <p:nvPr/>
              </p:nvCxnSpPr>
              <p:spPr>
                <a:xfrm>
                  <a:off x="1294016" y="5138269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接连接符 218">
                  <a:extLst>
                    <a:ext uri="{FF2B5EF4-FFF2-40B4-BE49-F238E27FC236}">
                      <a16:creationId xmlns:a16="http://schemas.microsoft.com/office/drawing/2014/main" id="{60D0C4C8-344D-4E05-A06F-8B1B62C9A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181430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接连接符 219">
                  <a:extLst>
                    <a:ext uri="{FF2B5EF4-FFF2-40B4-BE49-F238E27FC236}">
                      <a16:creationId xmlns:a16="http://schemas.microsoft.com/office/drawing/2014/main" id="{3D6EFC72-3870-4B5C-BBC2-3CEE58AE5A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224591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接连接符 220">
                  <a:extLst>
                    <a:ext uri="{FF2B5EF4-FFF2-40B4-BE49-F238E27FC236}">
                      <a16:creationId xmlns:a16="http://schemas.microsoft.com/office/drawing/2014/main" id="{C4EF7EE1-00D6-4123-B920-9983D849B2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267752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直接连接符 221">
                  <a:extLst>
                    <a:ext uri="{FF2B5EF4-FFF2-40B4-BE49-F238E27FC236}">
                      <a16:creationId xmlns:a16="http://schemas.microsoft.com/office/drawing/2014/main" id="{AF8A6435-5793-4E42-9026-AF9724493E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310912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70064EBD-A359-4417-BDEE-0142404F66FD}"/>
                </a:ext>
              </a:extLst>
            </p:cNvPr>
            <p:cNvGrpSpPr/>
            <p:nvPr/>
          </p:nvGrpSpPr>
          <p:grpSpPr>
            <a:xfrm>
              <a:off x="596342" y="5114981"/>
              <a:ext cx="376103" cy="387500"/>
              <a:chOff x="800534" y="5029059"/>
              <a:chExt cx="376103" cy="387500"/>
            </a:xfrm>
          </p:grpSpPr>
          <p:pic>
            <p:nvPicPr>
              <p:cNvPr id="201" name="图片 200">
                <a:extLst>
                  <a:ext uri="{FF2B5EF4-FFF2-40B4-BE49-F238E27FC236}">
                    <a16:creationId xmlns:a16="http://schemas.microsoft.com/office/drawing/2014/main" id="{CE2F4674-E4A4-4AE0-A250-933405D21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00534" y="5029059"/>
                <a:ext cx="376103" cy="38750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5EA7C01F-48BC-4E61-AA53-10D1F388B677}"/>
                  </a:ext>
                </a:extLst>
              </p:cNvPr>
              <p:cNvSpPr/>
              <p:nvPr/>
            </p:nvSpPr>
            <p:spPr>
              <a:xfrm>
                <a:off x="905645" y="5136219"/>
                <a:ext cx="172284" cy="230505"/>
              </a:xfrm>
              <a:prstGeom prst="rect">
                <a:avLst/>
              </a:prstGeom>
              <a:solidFill>
                <a:srgbClr val="F5F9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0183C974-67A3-4E76-8CE1-E0EACC388004}"/>
                  </a:ext>
                </a:extLst>
              </p:cNvPr>
              <p:cNvSpPr txBox="1"/>
              <p:nvPr/>
            </p:nvSpPr>
            <p:spPr>
              <a:xfrm>
                <a:off x="865696" y="5086384"/>
                <a:ext cx="10534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solidFill>
                      <a:schemeClr val="tx2"/>
                    </a:solidFill>
                  </a:rPr>
                  <a:t>A</a:t>
                </a:r>
                <a:endParaRPr lang="zh-CN" altLang="en-US" sz="600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204" name="组合 203">
                <a:extLst>
                  <a:ext uri="{FF2B5EF4-FFF2-40B4-BE49-F238E27FC236}">
                    <a16:creationId xmlns:a16="http://schemas.microsoft.com/office/drawing/2014/main" id="{68188F58-20D2-4334-8126-5672762D832E}"/>
                  </a:ext>
                </a:extLst>
              </p:cNvPr>
              <p:cNvGrpSpPr/>
              <p:nvPr/>
            </p:nvGrpSpPr>
            <p:grpSpPr>
              <a:xfrm>
                <a:off x="898046" y="5149667"/>
                <a:ext cx="187408" cy="203607"/>
                <a:chOff x="1230433" y="5051947"/>
                <a:chExt cx="187408" cy="258965"/>
              </a:xfrm>
            </p:grpSpPr>
            <p:cxnSp>
              <p:nvCxnSpPr>
                <p:cNvPr id="205" name="直接连接符 204">
                  <a:extLst>
                    <a:ext uri="{FF2B5EF4-FFF2-40B4-BE49-F238E27FC236}">
                      <a16:creationId xmlns:a16="http://schemas.microsoft.com/office/drawing/2014/main" id="{38809CA8-4168-4D2F-B56F-816BA152162C}"/>
                    </a:ext>
                  </a:extLst>
                </p:cNvPr>
                <p:cNvCxnSpPr/>
                <p:nvPr/>
              </p:nvCxnSpPr>
              <p:spPr>
                <a:xfrm>
                  <a:off x="1294016" y="5051947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直接连接符 205">
                  <a:extLst>
                    <a:ext uri="{FF2B5EF4-FFF2-40B4-BE49-F238E27FC236}">
                      <a16:creationId xmlns:a16="http://schemas.microsoft.com/office/drawing/2014/main" id="{4C9DE0F1-22D9-4BCE-BDAB-49485506BC18}"/>
                    </a:ext>
                  </a:extLst>
                </p:cNvPr>
                <p:cNvCxnSpPr/>
                <p:nvPr/>
              </p:nvCxnSpPr>
              <p:spPr>
                <a:xfrm>
                  <a:off x="1294016" y="5095108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直接连接符 206">
                  <a:extLst>
                    <a:ext uri="{FF2B5EF4-FFF2-40B4-BE49-F238E27FC236}">
                      <a16:creationId xmlns:a16="http://schemas.microsoft.com/office/drawing/2014/main" id="{6514E426-0C6A-47AB-9E86-7FA565375526}"/>
                    </a:ext>
                  </a:extLst>
                </p:cNvPr>
                <p:cNvCxnSpPr/>
                <p:nvPr/>
              </p:nvCxnSpPr>
              <p:spPr>
                <a:xfrm>
                  <a:off x="1294016" y="5138269"/>
                  <a:ext cx="1238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连接符 207">
                  <a:extLst>
                    <a:ext uri="{FF2B5EF4-FFF2-40B4-BE49-F238E27FC236}">
                      <a16:creationId xmlns:a16="http://schemas.microsoft.com/office/drawing/2014/main" id="{139637F1-2691-483E-BA0D-DCDC4BA1AF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181430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直接连接符 208">
                  <a:extLst>
                    <a:ext uri="{FF2B5EF4-FFF2-40B4-BE49-F238E27FC236}">
                      <a16:creationId xmlns:a16="http://schemas.microsoft.com/office/drawing/2014/main" id="{4C411C1D-B9FC-493E-9F9C-51C3B24029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224591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直接连接符 209">
                  <a:extLst>
                    <a:ext uri="{FF2B5EF4-FFF2-40B4-BE49-F238E27FC236}">
                      <a16:creationId xmlns:a16="http://schemas.microsoft.com/office/drawing/2014/main" id="{573B9EB5-8C00-41D5-85F4-AA7BBC43C5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267752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直接连接符 210">
                  <a:extLst>
                    <a:ext uri="{FF2B5EF4-FFF2-40B4-BE49-F238E27FC236}">
                      <a16:creationId xmlns:a16="http://schemas.microsoft.com/office/drawing/2014/main" id="{B81ADF92-C655-448B-9695-C2F26ED244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433" y="5310912"/>
                  <a:ext cx="1874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34" name="文本框 233">
            <a:extLst>
              <a:ext uri="{FF2B5EF4-FFF2-40B4-BE49-F238E27FC236}">
                <a16:creationId xmlns:a16="http://schemas.microsoft.com/office/drawing/2014/main" id="{2D9CA637-D4A1-454D-94C2-DB5F1A6C0406}"/>
              </a:ext>
            </a:extLst>
          </p:cNvPr>
          <p:cNvSpPr txBox="1"/>
          <p:nvPr/>
        </p:nvSpPr>
        <p:spPr>
          <a:xfrm>
            <a:off x="2142891" y="2310403"/>
            <a:ext cx="13612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模型库</a:t>
            </a:r>
            <a:endParaRPr lang="en-US" altLang="zh-CN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仿真模型库及算法库</a:t>
            </a:r>
          </a:p>
        </p:txBody>
      </p:sp>
      <p:pic>
        <p:nvPicPr>
          <p:cNvPr id="235" name="图片 234">
            <a:extLst>
              <a:ext uri="{FF2B5EF4-FFF2-40B4-BE49-F238E27FC236}">
                <a16:creationId xmlns:a16="http://schemas.microsoft.com/office/drawing/2014/main" id="{F7CA7353-F790-47E5-9238-EE4A11FE4648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39857" y="1866744"/>
            <a:ext cx="519065" cy="428895"/>
          </a:xfrm>
          <a:prstGeom prst="rect">
            <a:avLst/>
          </a:prstGeom>
        </p:spPr>
      </p:pic>
      <p:sp>
        <p:nvSpPr>
          <p:cNvPr id="236" name="TextBox 6">
            <a:extLst>
              <a:ext uri="{FF2B5EF4-FFF2-40B4-BE49-F238E27FC236}">
                <a16:creationId xmlns:a16="http://schemas.microsoft.com/office/drawing/2014/main" id="{2ECAAF93-0E88-4D83-890B-889297224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18" y="3592207"/>
            <a:ext cx="2970427" cy="1651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基于过往</a:t>
            </a:r>
            <a:r>
              <a:rPr lang="zh-CN" altLang="en-US" sz="1200" b="1" u="sng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故障记录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，重设可靠性验证重心，助力生成可靠设计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结合</a:t>
            </a:r>
            <a:r>
              <a:rPr lang="zh-CN" altLang="en-US" sz="1200" b="1" u="sng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模型库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和</a:t>
            </a:r>
            <a:r>
              <a:rPr lang="en-US" altLang="zh-CN" sz="1200" b="1" u="sng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DEFMA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分析，弱化关键器件失效后果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基于全新算法，完善</a:t>
            </a:r>
            <a:r>
              <a:rPr lang="zh-CN" altLang="en-US" sz="1200" b="1" u="sng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设计寿命计算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37" name="TextBox 6">
            <a:extLst>
              <a:ext uri="{FF2B5EF4-FFF2-40B4-BE49-F238E27FC236}">
                <a16:creationId xmlns:a16="http://schemas.microsoft.com/office/drawing/2014/main" id="{312E473A-EF64-4203-ADF8-ECB5582F5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3966" y="3592207"/>
            <a:ext cx="2970427" cy="1369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结合</a:t>
            </a:r>
            <a:r>
              <a:rPr lang="zh-CN" altLang="en-US" sz="1200" b="1" u="sng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数字孪生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，精准掌握设备状态及器件参数，加速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2nd source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验证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参数识别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，优化控制环路设计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全新故障认知，使能可靠性设计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53523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 txBox="1">
            <a:spLocks/>
          </p:cNvSpPr>
          <p:nvPr/>
        </p:nvSpPr>
        <p:spPr bwMode="auto">
          <a:xfrm>
            <a:off x="408871" y="172861"/>
            <a:ext cx="5772880" cy="960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r>
              <a:rPr kumimoji="0" lang="en-US" altLang="zh-TW" sz="3200" b="1" dirty="0">
                <a:solidFill>
                  <a:srgbClr val="0286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Roadmap</a:t>
            </a:r>
            <a:r>
              <a:rPr kumimoji="0" lang="en-US" altLang="zh-TW" sz="3200" b="1" dirty="0">
                <a:solidFill>
                  <a:srgbClr val="0286DB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</a:p>
        </p:txBody>
      </p:sp>
      <p:sp>
        <p:nvSpPr>
          <p:cNvPr id="526" name="i$ḷîḋe">
            <a:extLst>
              <a:ext uri="{FF2B5EF4-FFF2-40B4-BE49-F238E27FC236}">
                <a16:creationId xmlns:a16="http://schemas.microsoft.com/office/drawing/2014/main" id="{D808F2DF-6494-4F6D-A861-BD689E37A553}"/>
              </a:ext>
            </a:extLst>
          </p:cNvPr>
          <p:cNvSpPr/>
          <p:nvPr/>
        </p:nvSpPr>
        <p:spPr>
          <a:xfrm>
            <a:off x="408870" y="5226094"/>
            <a:ext cx="2690351" cy="53650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5" name="îṧḷíḍê">
            <a:extLst>
              <a:ext uri="{FF2B5EF4-FFF2-40B4-BE49-F238E27FC236}">
                <a16:creationId xmlns:a16="http://schemas.microsoft.com/office/drawing/2014/main" id="{360A6FCE-9ABC-4E0C-9264-1A44EE533D16}"/>
              </a:ext>
            </a:extLst>
          </p:cNvPr>
          <p:cNvSpPr/>
          <p:nvPr/>
        </p:nvSpPr>
        <p:spPr>
          <a:xfrm>
            <a:off x="3464961" y="4689591"/>
            <a:ext cx="2382836" cy="53650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4" name="î$1îdé">
            <a:extLst>
              <a:ext uri="{FF2B5EF4-FFF2-40B4-BE49-F238E27FC236}">
                <a16:creationId xmlns:a16="http://schemas.microsoft.com/office/drawing/2014/main" id="{EC46A442-5555-4196-9205-F912D5D411A9}"/>
              </a:ext>
            </a:extLst>
          </p:cNvPr>
          <p:cNvSpPr/>
          <p:nvPr/>
        </p:nvSpPr>
        <p:spPr>
          <a:xfrm flipV="1">
            <a:off x="5831893" y="4153021"/>
            <a:ext cx="517729" cy="1073135"/>
          </a:xfrm>
          <a:custGeom>
            <a:avLst/>
            <a:gdLst>
              <a:gd name="connsiteX0" fmla="*/ 962026 w 962026"/>
              <a:gd name="connsiteY0" fmla="*/ 1924050 h 1924050"/>
              <a:gd name="connsiteX1" fmla="*/ 962026 w 962026"/>
              <a:gd name="connsiteY1" fmla="*/ 962025 h 1924050"/>
              <a:gd name="connsiteX2" fmla="*/ 962025 w 962026"/>
              <a:gd name="connsiteY2" fmla="*/ 962025 h 1924050"/>
              <a:gd name="connsiteX3" fmla="*/ 0 w 962026"/>
              <a:gd name="connsiteY3" fmla="*/ 0 h 1924050"/>
              <a:gd name="connsiteX4" fmla="*/ 0 w 962026"/>
              <a:gd name="connsiteY4" fmla="*/ 962025 h 1924050"/>
              <a:gd name="connsiteX5" fmla="*/ 1 w 962026"/>
              <a:gd name="connsiteY5" fmla="*/ 962025 h 192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2026" h="1924050">
                <a:moveTo>
                  <a:pt x="962026" y="1924050"/>
                </a:moveTo>
                <a:lnTo>
                  <a:pt x="962026" y="962025"/>
                </a:lnTo>
                <a:lnTo>
                  <a:pt x="962025" y="962025"/>
                </a:lnTo>
                <a:lnTo>
                  <a:pt x="0" y="0"/>
                </a:lnTo>
                <a:lnTo>
                  <a:pt x="0" y="962025"/>
                </a:lnTo>
                <a:lnTo>
                  <a:pt x="1" y="9620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5" name="ï$1ídé">
            <a:extLst>
              <a:ext uri="{FF2B5EF4-FFF2-40B4-BE49-F238E27FC236}">
                <a16:creationId xmlns:a16="http://schemas.microsoft.com/office/drawing/2014/main" id="{EEC387AF-9E00-40C5-BF46-D0255D72BDE4}"/>
              </a:ext>
            </a:extLst>
          </p:cNvPr>
          <p:cNvSpPr/>
          <p:nvPr/>
        </p:nvSpPr>
        <p:spPr>
          <a:xfrm flipV="1">
            <a:off x="2963138" y="4689526"/>
            <a:ext cx="517729" cy="1073135"/>
          </a:xfrm>
          <a:custGeom>
            <a:avLst/>
            <a:gdLst>
              <a:gd name="connsiteX0" fmla="*/ 962026 w 962026"/>
              <a:gd name="connsiteY0" fmla="*/ 1924050 h 1924050"/>
              <a:gd name="connsiteX1" fmla="*/ 962026 w 962026"/>
              <a:gd name="connsiteY1" fmla="*/ 962025 h 1924050"/>
              <a:gd name="connsiteX2" fmla="*/ 962025 w 962026"/>
              <a:gd name="connsiteY2" fmla="*/ 962025 h 1924050"/>
              <a:gd name="connsiteX3" fmla="*/ 0 w 962026"/>
              <a:gd name="connsiteY3" fmla="*/ 0 h 1924050"/>
              <a:gd name="connsiteX4" fmla="*/ 0 w 962026"/>
              <a:gd name="connsiteY4" fmla="*/ 962025 h 1924050"/>
              <a:gd name="connsiteX5" fmla="*/ 1 w 962026"/>
              <a:gd name="connsiteY5" fmla="*/ 962025 h 192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2026" h="1924050">
                <a:moveTo>
                  <a:pt x="962026" y="1924050"/>
                </a:moveTo>
                <a:lnTo>
                  <a:pt x="962026" y="962025"/>
                </a:lnTo>
                <a:lnTo>
                  <a:pt x="962025" y="962025"/>
                </a:lnTo>
                <a:lnTo>
                  <a:pt x="0" y="0"/>
                </a:lnTo>
                <a:lnTo>
                  <a:pt x="0" y="962025"/>
                </a:lnTo>
                <a:lnTo>
                  <a:pt x="1" y="9620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6" name="íṡ1ide">
            <a:extLst>
              <a:ext uri="{FF2B5EF4-FFF2-40B4-BE49-F238E27FC236}">
                <a16:creationId xmlns:a16="http://schemas.microsoft.com/office/drawing/2014/main" id="{81E3FEE4-E5B7-4170-8D36-40AFAAC572E9}"/>
              </a:ext>
            </a:extLst>
          </p:cNvPr>
          <p:cNvSpPr/>
          <p:nvPr/>
        </p:nvSpPr>
        <p:spPr>
          <a:xfrm>
            <a:off x="1448307" y="5226094"/>
            <a:ext cx="1514833" cy="5365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0" name="iṥ1íḍe">
            <a:extLst>
              <a:ext uri="{FF2B5EF4-FFF2-40B4-BE49-F238E27FC236}">
                <a16:creationId xmlns:a16="http://schemas.microsoft.com/office/drawing/2014/main" id="{E481542E-6123-4ABB-8F6C-6E878A086305}"/>
              </a:ext>
            </a:extLst>
          </p:cNvPr>
          <p:cNvSpPr txBox="1"/>
          <p:nvPr/>
        </p:nvSpPr>
        <p:spPr bwMode="auto">
          <a:xfrm>
            <a:off x="529252" y="5226033"/>
            <a:ext cx="2449585" cy="536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0000" tIns="62400" rIns="120000" bIns="62400" anchor="ctr" anchorCtr="0"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67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Now</a:t>
            </a:r>
          </a:p>
        </p:txBody>
      </p:sp>
      <p:sp>
        <p:nvSpPr>
          <p:cNvPr id="521" name="íş1îďe">
            <a:extLst>
              <a:ext uri="{FF2B5EF4-FFF2-40B4-BE49-F238E27FC236}">
                <a16:creationId xmlns:a16="http://schemas.microsoft.com/office/drawing/2014/main" id="{09B4923F-18BE-4168-A0C4-9AFEDD46DDFA}"/>
              </a:ext>
            </a:extLst>
          </p:cNvPr>
          <p:cNvSpPr txBox="1"/>
          <p:nvPr/>
        </p:nvSpPr>
        <p:spPr bwMode="auto">
          <a:xfrm>
            <a:off x="3464964" y="4694265"/>
            <a:ext cx="2366931" cy="536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0000" tIns="62400" rIns="120000" bIns="62400" anchor="ctr" anchorCtr="0"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67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Phase I</a:t>
            </a:r>
          </a:p>
        </p:txBody>
      </p:sp>
      <p:sp>
        <p:nvSpPr>
          <p:cNvPr id="509" name="íSľíḍè">
            <a:extLst>
              <a:ext uri="{FF2B5EF4-FFF2-40B4-BE49-F238E27FC236}">
                <a16:creationId xmlns:a16="http://schemas.microsoft.com/office/drawing/2014/main" id="{7F480343-8D5B-4A8A-8CD8-4B4BECF293C1}"/>
              </a:ext>
            </a:extLst>
          </p:cNvPr>
          <p:cNvSpPr/>
          <p:nvPr/>
        </p:nvSpPr>
        <p:spPr bwMode="auto">
          <a:xfrm>
            <a:off x="3553145" y="5369264"/>
            <a:ext cx="2382836" cy="125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0000" tIns="62400" rIns="120000" bIns="62400" anchor="t" anchorCtr="0">
            <a:norm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en-US" altLang="zh-CN" sz="1200" b="1" baseline="30000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</a:t>
            </a: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P. Basic target</a:t>
            </a:r>
          </a:p>
          <a:p>
            <a:pPr marL="648000" lvl="1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增强型诊断功能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en-US" altLang="zh-CN" sz="1200" b="1" baseline="30000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</a:t>
            </a: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P. Aimed increment</a:t>
            </a: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精确故障定位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基本健康报告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7" name="iṩḷîḑé">
            <a:extLst>
              <a:ext uri="{FF2B5EF4-FFF2-40B4-BE49-F238E27FC236}">
                <a16:creationId xmlns:a16="http://schemas.microsoft.com/office/drawing/2014/main" id="{FD8D417F-106D-4814-A521-8E30A04F8712}"/>
              </a:ext>
            </a:extLst>
          </p:cNvPr>
          <p:cNvSpPr/>
          <p:nvPr/>
        </p:nvSpPr>
        <p:spPr bwMode="auto">
          <a:xfrm>
            <a:off x="408870" y="5901329"/>
            <a:ext cx="1217689" cy="589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0000" tIns="62400" rIns="120000" bIns="62400" anchor="t" anchorCtr="0">
            <a:norm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方案定义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目标设定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5" name="直接连接符 4"/>
          <p:cNvCxnSpPr>
            <a:cxnSpLocks/>
          </p:cNvCxnSpPr>
          <p:nvPr/>
        </p:nvCxnSpPr>
        <p:spPr>
          <a:xfrm flipV="1">
            <a:off x="6338558" y="1713526"/>
            <a:ext cx="0" cy="175440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文本框 447"/>
          <p:cNvSpPr txBox="1"/>
          <p:nvPr/>
        </p:nvSpPr>
        <p:spPr>
          <a:xfrm>
            <a:off x="2052484" y="1470217"/>
            <a:ext cx="2533183" cy="461665"/>
          </a:xfrm>
          <a:prstGeom prst="rect">
            <a:avLst/>
          </a:prstGeom>
          <a:solidFill>
            <a:srgbClr val="1898EA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en-US" altLang="zh-CN" b="1" baseline="30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P  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增强型诊断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9" name="文本框 448"/>
          <p:cNvSpPr txBox="1"/>
          <p:nvPr/>
        </p:nvSpPr>
        <p:spPr>
          <a:xfrm>
            <a:off x="3272599" y="4035125"/>
            <a:ext cx="2607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Focus on failure diagnosis</a:t>
            </a:r>
          </a:p>
          <a:p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12V PSU coverage rate&gt;50%</a:t>
            </a:r>
            <a:endParaRPr lang="zh-CN" altLang="en-US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98276" y="1315389"/>
            <a:ext cx="114544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b="1" dirty="0">
                <a:solidFill>
                  <a:srgbClr val="0086DB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2024</a:t>
            </a:r>
            <a:endParaRPr lang="zh-CN" altLang="en-US" sz="2133" b="1" dirty="0">
              <a:solidFill>
                <a:srgbClr val="0086DB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37" name="íṧļiḍê">
            <a:extLst>
              <a:ext uri="{FF2B5EF4-FFF2-40B4-BE49-F238E27FC236}">
                <a16:creationId xmlns:a16="http://schemas.microsoft.com/office/drawing/2014/main" id="{8E597CB7-E45D-4AB3-A271-D10BD8FB34D9}"/>
              </a:ext>
            </a:extLst>
          </p:cNvPr>
          <p:cNvSpPr/>
          <p:nvPr/>
        </p:nvSpPr>
        <p:spPr>
          <a:xfrm>
            <a:off x="6349622" y="4153149"/>
            <a:ext cx="2382836" cy="53650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3" name="işḻîḓe">
            <a:extLst>
              <a:ext uri="{FF2B5EF4-FFF2-40B4-BE49-F238E27FC236}">
                <a16:creationId xmlns:a16="http://schemas.microsoft.com/office/drawing/2014/main" id="{1E274056-709F-40D3-A5A0-DB39E8A91494}"/>
              </a:ext>
            </a:extLst>
          </p:cNvPr>
          <p:cNvSpPr/>
          <p:nvPr/>
        </p:nvSpPr>
        <p:spPr>
          <a:xfrm flipV="1">
            <a:off x="8732458" y="3616517"/>
            <a:ext cx="517729" cy="1073135"/>
          </a:xfrm>
          <a:custGeom>
            <a:avLst/>
            <a:gdLst>
              <a:gd name="connsiteX0" fmla="*/ 962026 w 962026"/>
              <a:gd name="connsiteY0" fmla="*/ 1924050 h 1924050"/>
              <a:gd name="connsiteX1" fmla="*/ 962026 w 962026"/>
              <a:gd name="connsiteY1" fmla="*/ 962025 h 1924050"/>
              <a:gd name="connsiteX2" fmla="*/ 962025 w 962026"/>
              <a:gd name="connsiteY2" fmla="*/ 962025 h 1924050"/>
              <a:gd name="connsiteX3" fmla="*/ 0 w 962026"/>
              <a:gd name="connsiteY3" fmla="*/ 0 h 1924050"/>
              <a:gd name="connsiteX4" fmla="*/ 0 w 962026"/>
              <a:gd name="connsiteY4" fmla="*/ 962025 h 1924050"/>
              <a:gd name="connsiteX5" fmla="*/ 1 w 962026"/>
              <a:gd name="connsiteY5" fmla="*/ 962025 h 192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2026" h="1924050">
                <a:moveTo>
                  <a:pt x="962026" y="1924050"/>
                </a:moveTo>
                <a:lnTo>
                  <a:pt x="962026" y="962025"/>
                </a:lnTo>
                <a:lnTo>
                  <a:pt x="962025" y="962025"/>
                </a:lnTo>
                <a:lnTo>
                  <a:pt x="0" y="0"/>
                </a:lnTo>
                <a:lnTo>
                  <a:pt x="0" y="962025"/>
                </a:lnTo>
                <a:lnTo>
                  <a:pt x="1" y="9620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4" name="îŝļiḋe">
            <a:extLst>
              <a:ext uri="{FF2B5EF4-FFF2-40B4-BE49-F238E27FC236}">
                <a16:creationId xmlns:a16="http://schemas.microsoft.com/office/drawing/2014/main" id="{44E336EC-D719-476A-B7BE-7EC5BAE08F40}"/>
              </a:ext>
            </a:extLst>
          </p:cNvPr>
          <p:cNvSpPr txBox="1"/>
          <p:nvPr/>
        </p:nvSpPr>
        <p:spPr bwMode="auto">
          <a:xfrm>
            <a:off x="6370839" y="4138259"/>
            <a:ext cx="2366931" cy="536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0000" tIns="62400" rIns="120000" bIns="62400" anchor="ctr" anchorCtr="0"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67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Phase II</a:t>
            </a:r>
          </a:p>
        </p:txBody>
      </p:sp>
      <p:sp>
        <p:nvSpPr>
          <p:cNvPr id="657" name="文本框 656"/>
          <p:cNvSpPr txBox="1"/>
          <p:nvPr/>
        </p:nvSpPr>
        <p:spPr>
          <a:xfrm>
            <a:off x="6726235" y="983700"/>
            <a:ext cx="2006223" cy="954107"/>
          </a:xfrm>
          <a:prstGeom prst="rect">
            <a:avLst/>
          </a:prstGeom>
          <a:solidFill>
            <a:srgbClr val="1898EA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en-US" altLang="zh-CN" sz="2800" b="1" baseline="30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nd</a:t>
            </a: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P </a:t>
            </a:r>
          </a:p>
          <a:p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状态监测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782506" y="1328308"/>
            <a:ext cx="114544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b="1" dirty="0">
                <a:solidFill>
                  <a:srgbClr val="0086DB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2026</a:t>
            </a:r>
            <a:endParaRPr lang="zh-CN" altLang="en-US" sz="2133" b="1" dirty="0">
              <a:solidFill>
                <a:srgbClr val="0086DB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1" name="ísľîdè">
            <a:extLst>
              <a:ext uri="{FF2B5EF4-FFF2-40B4-BE49-F238E27FC236}">
                <a16:creationId xmlns:a16="http://schemas.microsoft.com/office/drawing/2014/main" id="{F2C16F87-5DC0-4AC9-A9C6-11B2A5FA97E6}"/>
              </a:ext>
            </a:extLst>
          </p:cNvPr>
          <p:cNvSpPr/>
          <p:nvPr/>
        </p:nvSpPr>
        <p:spPr>
          <a:xfrm>
            <a:off x="9250187" y="3616517"/>
            <a:ext cx="2690352" cy="53650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7" name="íṥ1îḑe">
            <a:extLst>
              <a:ext uri="{FF2B5EF4-FFF2-40B4-BE49-F238E27FC236}">
                <a16:creationId xmlns:a16="http://schemas.microsoft.com/office/drawing/2014/main" id="{364A0345-872C-485C-9DB3-B1C3289034E8}"/>
              </a:ext>
            </a:extLst>
          </p:cNvPr>
          <p:cNvSpPr/>
          <p:nvPr/>
        </p:nvSpPr>
        <p:spPr>
          <a:xfrm>
            <a:off x="9250188" y="3616517"/>
            <a:ext cx="1263915" cy="5365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5" name="ïş1îḋé">
            <a:extLst>
              <a:ext uri="{FF2B5EF4-FFF2-40B4-BE49-F238E27FC236}">
                <a16:creationId xmlns:a16="http://schemas.microsoft.com/office/drawing/2014/main" id="{F336729A-3D3B-4C5A-80E3-53EEE09C5085}"/>
              </a:ext>
            </a:extLst>
          </p:cNvPr>
          <p:cNvSpPr txBox="1"/>
          <p:nvPr/>
        </p:nvSpPr>
        <p:spPr bwMode="auto">
          <a:xfrm>
            <a:off x="9250187" y="3616517"/>
            <a:ext cx="2690352" cy="536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0000" tIns="62400" rIns="120000" bIns="62400" anchor="ctr" anchorCtr="0"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7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Phase III</a:t>
            </a:r>
          </a:p>
        </p:txBody>
      </p:sp>
      <p:sp>
        <p:nvSpPr>
          <p:cNvPr id="658" name="文本框 657"/>
          <p:cNvSpPr txBox="1"/>
          <p:nvPr/>
        </p:nvSpPr>
        <p:spPr>
          <a:xfrm>
            <a:off x="9585289" y="828570"/>
            <a:ext cx="1972229" cy="1107996"/>
          </a:xfrm>
          <a:prstGeom prst="rect">
            <a:avLst/>
          </a:prstGeom>
          <a:solidFill>
            <a:srgbClr val="1898EA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en-US" altLang="zh-CN" sz="2800" b="1" baseline="30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rd</a:t>
            </a: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P </a:t>
            </a:r>
          </a:p>
          <a:p>
            <a:pPr>
              <a:spcBef>
                <a:spcPts val="12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寿命预测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73A2805-BD96-4DD2-B19B-0286F2F59E69}"/>
              </a:ext>
            </a:extLst>
          </p:cNvPr>
          <p:cNvCxnSpPr>
            <a:cxnSpLocks/>
          </p:cNvCxnSpPr>
          <p:nvPr/>
        </p:nvCxnSpPr>
        <p:spPr>
          <a:xfrm flipV="1">
            <a:off x="9236948" y="1713527"/>
            <a:ext cx="0" cy="111453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094E931-6B25-4FC3-B7A2-03AD77E66BDE}"/>
              </a:ext>
            </a:extLst>
          </p:cNvPr>
          <p:cNvSpPr txBox="1"/>
          <p:nvPr/>
        </p:nvSpPr>
        <p:spPr>
          <a:xfrm>
            <a:off x="6094857" y="3576453"/>
            <a:ext cx="2892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Focus on condition monitoring</a:t>
            </a:r>
          </a:p>
          <a:p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12V PSU coverage rate&gt;60%</a:t>
            </a:r>
            <a:endParaRPr lang="zh-CN" altLang="en-US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A959E9-CC75-4DB4-AAEB-DAEFAF246604}"/>
              </a:ext>
            </a:extLst>
          </p:cNvPr>
          <p:cNvSpPr txBox="1"/>
          <p:nvPr/>
        </p:nvSpPr>
        <p:spPr>
          <a:xfrm>
            <a:off x="9201821" y="3108132"/>
            <a:ext cx="2745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Focus on lifetime prediction</a:t>
            </a:r>
          </a:p>
          <a:p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12V PSU coverage rate&gt;70%</a:t>
            </a:r>
            <a:endParaRPr lang="zh-CN" altLang="en-US" sz="1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0C01955-B8A2-445A-809F-81742E165FB1}"/>
              </a:ext>
            </a:extLst>
          </p:cNvPr>
          <p:cNvGrpSpPr/>
          <p:nvPr/>
        </p:nvGrpSpPr>
        <p:grpSpPr>
          <a:xfrm>
            <a:off x="3401216" y="2839715"/>
            <a:ext cx="1274581" cy="739042"/>
            <a:chOff x="2739561" y="2730754"/>
            <a:chExt cx="1274581" cy="739042"/>
          </a:xfrm>
        </p:grpSpPr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CCD49AFB-DD7E-44CB-8368-2D57CD364E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377" r="2771"/>
            <a:stretch/>
          </p:blipFill>
          <p:spPr>
            <a:xfrm>
              <a:off x="2836330" y="2730754"/>
              <a:ext cx="1177812" cy="678037"/>
            </a:xfrm>
            <a:prstGeom prst="rect">
              <a:avLst/>
            </a:prstGeom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63E21D69-C0C1-435A-A041-0473DE9258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r="32692" b="18335"/>
            <a:stretch/>
          </p:blipFill>
          <p:spPr>
            <a:xfrm>
              <a:off x="2787945" y="2761256"/>
              <a:ext cx="1177812" cy="678038"/>
            </a:xfrm>
            <a:prstGeom prst="rect">
              <a:avLst/>
            </a:prstGeom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D109B8E8-BF9A-45E4-A7EA-61882EA56F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24613"/>
            <a:stretch/>
          </p:blipFill>
          <p:spPr>
            <a:xfrm>
              <a:off x="2739561" y="2791759"/>
              <a:ext cx="1177812" cy="678037"/>
            </a:xfrm>
            <a:prstGeom prst="rect">
              <a:avLst/>
            </a:prstGeom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2D35E70-7DE3-4276-BC31-B4C44FDFF58E}"/>
              </a:ext>
            </a:extLst>
          </p:cNvPr>
          <p:cNvGrpSpPr/>
          <p:nvPr/>
        </p:nvGrpSpPr>
        <p:grpSpPr>
          <a:xfrm>
            <a:off x="4834516" y="2848433"/>
            <a:ext cx="1332666" cy="731012"/>
            <a:chOff x="4045299" y="2720853"/>
            <a:chExt cx="1383330" cy="758803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77E9332E-51B1-4B35-A279-DA9CEA504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49709" y="2720853"/>
              <a:ext cx="1278920" cy="66388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A878074C-B508-4A73-96C5-E6C7A9C47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00378" y="2768310"/>
              <a:ext cx="1276046" cy="66101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F809ED2A-8B0A-48D3-AEC1-D5B9FF4EF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45299" y="2812893"/>
              <a:ext cx="1281795" cy="66676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C9FC851-927E-4E95-BA96-2FE9350A70AE}"/>
              </a:ext>
            </a:extLst>
          </p:cNvPr>
          <p:cNvGrpSpPr/>
          <p:nvPr/>
        </p:nvGrpSpPr>
        <p:grpSpPr>
          <a:xfrm>
            <a:off x="727568" y="2202078"/>
            <a:ext cx="430608" cy="437335"/>
            <a:chOff x="971536" y="3911145"/>
            <a:chExt cx="575853" cy="584849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9C98425-DE56-4F6F-87CC-9738638D8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44425" y="3911145"/>
              <a:ext cx="502964" cy="51820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6FF2E0CC-ADD8-4F21-AD41-8C1CCC2AF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07980" y="3944467"/>
              <a:ext cx="502964" cy="51820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66CA6468-BD21-40BC-BFD4-F63FBE208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71536" y="3977789"/>
              <a:ext cx="502964" cy="51820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5281CE7-7AFF-4279-B076-F57C300DC3FE}"/>
              </a:ext>
            </a:extLst>
          </p:cNvPr>
          <p:cNvGrpSpPr/>
          <p:nvPr/>
        </p:nvGrpSpPr>
        <p:grpSpPr>
          <a:xfrm>
            <a:off x="2413906" y="2236971"/>
            <a:ext cx="610691" cy="396209"/>
            <a:chOff x="1220529" y="4176260"/>
            <a:chExt cx="610691" cy="396209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AD5C6217-D2E1-4292-8BF5-E1269986E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95907" y="4176260"/>
              <a:ext cx="535313" cy="346679"/>
            </a:xfrm>
            <a:prstGeom prst="rect">
              <a:avLst/>
            </a:prstGeom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88902882-2834-4DF7-990F-DAD570AFB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58218" y="4201025"/>
              <a:ext cx="535313" cy="346679"/>
            </a:xfrm>
            <a:prstGeom prst="rect">
              <a:avLst/>
            </a:prstGeom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ABF1F403-21E4-4CA4-BF79-BE0C78F51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20529" y="4225790"/>
              <a:ext cx="535313" cy="346679"/>
            </a:xfrm>
            <a:prstGeom prst="rect">
              <a:avLst/>
            </a:prstGeom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77" name="图片 76">
            <a:extLst>
              <a:ext uri="{FF2B5EF4-FFF2-40B4-BE49-F238E27FC236}">
                <a16:creationId xmlns:a16="http://schemas.microsoft.com/office/drawing/2014/main" id="{E9B62B0F-5E35-4D5F-B2B2-3B1CFA380D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097" y="4022603"/>
            <a:ext cx="620881" cy="513024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2DDC7897-AA00-4ED5-85A6-C432683278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26559" y="4078531"/>
            <a:ext cx="921790" cy="46525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8EE55CA-C023-4F62-8069-A82DF5EF8782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37649" y="2870092"/>
            <a:ext cx="1327515" cy="731016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57801051-B742-41EC-B6AF-76252D29EA5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1904" y="2212080"/>
            <a:ext cx="540208" cy="4211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4DA409A-E31C-4A35-829B-66092770EE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7809" y="2811028"/>
            <a:ext cx="1306010" cy="856162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C758928F-84A3-431C-B29A-25818AFAD57F}"/>
              </a:ext>
            </a:extLst>
          </p:cNvPr>
          <p:cNvSpPr txBox="1"/>
          <p:nvPr/>
        </p:nvSpPr>
        <p:spPr>
          <a:xfrm>
            <a:off x="1084506" y="2317298"/>
            <a:ext cx="102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Health report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F5A1B4D-9D77-48D0-8D86-5356302A8193}"/>
              </a:ext>
            </a:extLst>
          </p:cNvPr>
          <p:cNvSpPr txBox="1"/>
          <p:nvPr/>
        </p:nvSpPr>
        <p:spPr>
          <a:xfrm>
            <a:off x="3047651" y="2322552"/>
            <a:ext cx="102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Black box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38E6E6EC-AF32-4499-A6FF-867ED9FDCD91}"/>
              </a:ext>
            </a:extLst>
          </p:cNvPr>
          <p:cNvSpPr txBox="1"/>
          <p:nvPr/>
        </p:nvSpPr>
        <p:spPr>
          <a:xfrm>
            <a:off x="4870371" y="2311964"/>
            <a:ext cx="12968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Model-based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B4892EBA-D05B-4A7B-80DF-A4E203A21EBE}"/>
              </a:ext>
            </a:extLst>
          </p:cNvPr>
          <p:cNvSpPr txBox="1"/>
          <p:nvPr/>
        </p:nvSpPr>
        <p:spPr>
          <a:xfrm>
            <a:off x="666862" y="3658891"/>
            <a:ext cx="102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Risk ranking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DB19962E-B09A-4B8F-9140-5DA438941A84}"/>
              </a:ext>
            </a:extLst>
          </p:cNvPr>
          <p:cNvSpPr txBox="1"/>
          <p:nvPr/>
        </p:nvSpPr>
        <p:spPr>
          <a:xfrm>
            <a:off x="2087454" y="3653618"/>
            <a:ext cx="102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Fault tree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939FABF9-2AA0-485A-BEC0-114AB4FE1B27}"/>
              </a:ext>
            </a:extLst>
          </p:cNvPr>
          <p:cNvSpPr txBox="1"/>
          <p:nvPr/>
        </p:nvSpPr>
        <p:spPr>
          <a:xfrm>
            <a:off x="3514135" y="3649757"/>
            <a:ext cx="102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DEFMA Table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EBFA13E-7985-4B42-9483-4DCD8A679DDD}"/>
              </a:ext>
            </a:extLst>
          </p:cNvPr>
          <p:cNvSpPr txBox="1"/>
          <p:nvPr/>
        </p:nvSpPr>
        <p:spPr>
          <a:xfrm>
            <a:off x="4908077" y="3656687"/>
            <a:ext cx="102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Virtual scope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427252D-48A5-489C-8589-218BD0A6A447}"/>
              </a:ext>
            </a:extLst>
          </p:cNvPr>
          <p:cNvSpPr txBox="1"/>
          <p:nvPr/>
        </p:nvSpPr>
        <p:spPr>
          <a:xfrm>
            <a:off x="901996" y="4599162"/>
            <a:ext cx="102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Simulation model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1DFB71D-8DC2-4422-AF3D-306188D3F407}"/>
              </a:ext>
            </a:extLst>
          </p:cNvPr>
          <p:cNvSpPr txBox="1"/>
          <p:nvPr/>
        </p:nvSpPr>
        <p:spPr>
          <a:xfrm>
            <a:off x="1873431" y="4604602"/>
            <a:ext cx="1027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Expert database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9" name="图片 98">
            <a:extLst>
              <a:ext uri="{FF2B5EF4-FFF2-40B4-BE49-F238E27FC236}">
                <a16:creationId xmlns:a16="http://schemas.microsoft.com/office/drawing/2014/main" id="{02A95C2F-1A09-477B-8071-F21C4C20C1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27898" y="2172505"/>
            <a:ext cx="1512656" cy="8718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0" name="图片 1" descr="image001">
            <a:extLst>
              <a:ext uri="{FF2B5EF4-FFF2-40B4-BE49-F238E27FC236}">
                <a16:creationId xmlns:a16="http://schemas.microsoft.com/office/drawing/2014/main" id="{4D862615-16CF-4868-A2CF-9978C8479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942" y="2233305"/>
            <a:ext cx="2127951" cy="115544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" name="iṩḷîḑé">
            <a:extLst>
              <a:ext uri="{FF2B5EF4-FFF2-40B4-BE49-F238E27FC236}">
                <a16:creationId xmlns:a16="http://schemas.microsoft.com/office/drawing/2014/main" id="{27F2BDEE-BDFD-4A1F-8C37-F9514389D7AF}"/>
              </a:ext>
            </a:extLst>
          </p:cNvPr>
          <p:cNvSpPr/>
          <p:nvPr/>
        </p:nvSpPr>
        <p:spPr bwMode="auto">
          <a:xfrm>
            <a:off x="1626559" y="5901329"/>
            <a:ext cx="1217689" cy="589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0000" tIns="62400" rIns="120000" bIns="62400" anchor="t" anchorCtr="0">
            <a:norm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资料建立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基础功能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íSľíḍè">
            <a:extLst>
              <a:ext uri="{FF2B5EF4-FFF2-40B4-BE49-F238E27FC236}">
                <a16:creationId xmlns:a16="http://schemas.microsoft.com/office/drawing/2014/main" id="{4EE04110-07DA-4D96-81E0-3CA9CC94A856}"/>
              </a:ext>
            </a:extLst>
          </p:cNvPr>
          <p:cNvSpPr/>
          <p:nvPr/>
        </p:nvSpPr>
        <p:spPr bwMode="auto">
          <a:xfrm>
            <a:off x="6531641" y="4814925"/>
            <a:ext cx="2382836" cy="174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0000" tIns="62400" rIns="120000" bIns="62400" anchor="t" anchorCtr="0">
            <a:norm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en-US" altLang="zh-CN" sz="1200" b="1" baseline="30000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nd</a:t>
            </a: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P. Basic target</a:t>
            </a:r>
          </a:p>
          <a:p>
            <a:pPr marL="648000" lvl="1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老化状态监测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en-US" altLang="zh-CN" sz="1200" b="1" baseline="30000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nd</a:t>
            </a: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P. Aimed increment</a:t>
            </a: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软硬件架构定义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数据驱动算法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历史数据收集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改进用户界面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íSľíḍè">
            <a:extLst>
              <a:ext uri="{FF2B5EF4-FFF2-40B4-BE49-F238E27FC236}">
                <a16:creationId xmlns:a16="http://schemas.microsoft.com/office/drawing/2014/main" id="{9E606922-8D40-427A-BAE4-E407CF548D05}"/>
              </a:ext>
            </a:extLst>
          </p:cNvPr>
          <p:cNvSpPr/>
          <p:nvPr/>
        </p:nvSpPr>
        <p:spPr bwMode="auto">
          <a:xfrm>
            <a:off x="9385605" y="4386064"/>
            <a:ext cx="2382836" cy="2209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0000" tIns="62400" rIns="120000" bIns="62400" anchor="t" anchorCtr="0">
            <a:norm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en-US" altLang="zh-CN" sz="1200" b="1" baseline="30000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rd</a:t>
            </a: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P. Basic target</a:t>
            </a:r>
          </a:p>
          <a:p>
            <a:pPr marL="648000" lvl="1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剩余寿命预测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lvl="1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增量式结构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en-US" altLang="zh-CN" sz="1200" b="1" baseline="30000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rd</a:t>
            </a: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P. Aimed increment</a:t>
            </a: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模型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算法库建立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AI/ML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模型集成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全生命周期模型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有效健康评估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维修意见支持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A3C9F09-0C18-4780-8DBD-69C21A7B811F}"/>
              </a:ext>
            </a:extLst>
          </p:cNvPr>
          <p:cNvCxnSpPr/>
          <p:nvPr/>
        </p:nvCxnSpPr>
        <p:spPr>
          <a:xfrm>
            <a:off x="666862" y="1995646"/>
            <a:ext cx="5652063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1C127D1-428D-4803-AD42-E6DDD07FE72B}"/>
              </a:ext>
            </a:extLst>
          </p:cNvPr>
          <p:cNvCxnSpPr/>
          <p:nvPr/>
        </p:nvCxnSpPr>
        <p:spPr>
          <a:xfrm>
            <a:off x="6370839" y="1995646"/>
            <a:ext cx="2839836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BDB3CB0-D8CB-4986-8BEF-64E4050C8F1A}"/>
              </a:ext>
            </a:extLst>
          </p:cNvPr>
          <p:cNvCxnSpPr>
            <a:cxnSpLocks/>
          </p:cNvCxnSpPr>
          <p:nvPr/>
        </p:nvCxnSpPr>
        <p:spPr>
          <a:xfrm>
            <a:off x="9278480" y="1995646"/>
            <a:ext cx="25376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17900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 txBox="1">
            <a:spLocks/>
          </p:cNvSpPr>
          <p:nvPr/>
        </p:nvSpPr>
        <p:spPr bwMode="auto">
          <a:xfrm>
            <a:off x="323120" y="235363"/>
            <a:ext cx="7807420" cy="45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r>
              <a:rPr kumimoji="0" lang="en-US" altLang="zh-TW" sz="3200" b="1" dirty="0">
                <a:solidFill>
                  <a:srgbClr val="0286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Schedule</a:t>
            </a:r>
            <a:endParaRPr kumimoji="0" lang="en-US" altLang="zh-TW" sz="2800" b="1" dirty="0">
              <a:solidFill>
                <a:srgbClr val="0286DB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67" name="Table 10">
            <a:extLst>
              <a:ext uri="{FF2B5EF4-FFF2-40B4-BE49-F238E27FC236}">
                <a16:creationId xmlns:a16="http://schemas.microsoft.com/office/drawing/2014/main" id="{4225FDE5-6988-49F3-B398-0C5FAB871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117512"/>
              </p:ext>
            </p:extLst>
          </p:nvPr>
        </p:nvGraphicFramePr>
        <p:xfrm>
          <a:off x="1200727" y="1034348"/>
          <a:ext cx="9790546" cy="478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9846">
                  <a:extLst>
                    <a:ext uri="{9D8B030D-6E8A-4147-A177-3AD203B41FA5}">
                      <a16:colId xmlns:a16="http://schemas.microsoft.com/office/drawing/2014/main" val="3443559857"/>
                    </a:ext>
                  </a:extLst>
                </a:gridCol>
                <a:gridCol w="1222528">
                  <a:extLst>
                    <a:ext uri="{9D8B030D-6E8A-4147-A177-3AD203B41FA5}">
                      <a16:colId xmlns:a16="http://schemas.microsoft.com/office/drawing/2014/main" val="1784886370"/>
                    </a:ext>
                  </a:extLst>
                </a:gridCol>
                <a:gridCol w="1254543">
                  <a:extLst>
                    <a:ext uri="{9D8B030D-6E8A-4147-A177-3AD203B41FA5}">
                      <a16:colId xmlns:a16="http://schemas.microsoft.com/office/drawing/2014/main" val="2559028546"/>
                    </a:ext>
                  </a:extLst>
                </a:gridCol>
                <a:gridCol w="1254543">
                  <a:extLst>
                    <a:ext uri="{9D8B030D-6E8A-4147-A177-3AD203B41FA5}">
                      <a16:colId xmlns:a16="http://schemas.microsoft.com/office/drawing/2014/main" val="4150727655"/>
                    </a:ext>
                  </a:extLst>
                </a:gridCol>
                <a:gridCol w="1254543">
                  <a:extLst>
                    <a:ext uri="{9D8B030D-6E8A-4147-A177-3AD203B41FA5}">
                      <a16:colId xmlns:a16="http://schemas.microsoft.com/office/drawing/2014/main" val="3993651669"/>
                    </a:ext>
                  </a:extLst>
                </a:gridCol>
                <a:gridCol w="1254543">
                  <a:extLst>
                    <a:ext uri="{9D8B030D-6E8A-4147-A177-3AD203B41FA5}">
                      <a16:colId xmlns:a16="http://schemas.microsoft.com/office/drawing/2014/main" val="1876817107"/>
                    </a:ext>
                  </a:extLst>
                </a:gridCol>
              </a:tblGrid>
              <a:tr h="400184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研发项点</a:t>
                      </a:r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Y2027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968989"/>
                  </a:ext>
                </a:extLst>
              </a:tr>
              <a:tr h="358931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增强型故障诊断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785720"/>
                  </a:ext>
                </a:extLst>
              </a:tr>
              <a:tr h="358931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全方位状态监测</a:t>
                      </a:r>
                      <a:endParaRPr lang="en-US" altLang="zh-CN" sz="1200" b="1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763588"/>
                  </a:ext>
                </a:extLst>
              </a:tr>
              <a:tr h="358931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预测与健康管理</a:t>
                      </a:r>
                      <a:endParaRPr lang="en-US" altLang="zh-CN" sz="1200" b="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527757"/>
                  </a:ext>
                </a:extLst>
              </a:tr>
              <a:tr h="358931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传感器阵列布局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396873"/>
                  </a:ext>
                </a:extLst>
              </a:tr>
              <a:tr h="35893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软件架构定义</a:t>
                      </a:r>
                      <a:endParaRPr 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780805"/>
                  </a:ext>
                </a:extLst>
              </a:tr>
              <a:tr h="358931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用户界面定义</a:t>
                      </a:r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19643"/>
                  </a:ext>
                </a:extLst>
              </a:tr>
              <a:tr h="358931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健康报告定义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92009"/>
                  </a:ext>
                </a:extLst>
              </a:tr>
              <a:tr h="358931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故障排序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/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故障树</a:t>
                      </a:r>
                      <a:endParaRPr lang="en-US" altLang="zh-CN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273827"/>
                  </a:ext>
                </a:extLst>
              </a:tr>
              <a:tr h="358931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DEFMA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表格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689037"/>
                  </a:ext>
                </a:extLst>
              </a:tr>
              <a:tr h="358931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模型驱动诊断算法</a:t>
                      </a:r>
                      <a:endParaRPr lang="en-US" altLang="zh-CN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349469"/>
                  </a:ext>
                </a:extLst>
              </a:tr>
              <a:tr h="35893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黑匣子功能开发</a:t>
                      </a:r>
                      <a:endParaRPr 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94140"/>
                  </a:ext>
                </a:extLst>
              </a:tr>
              <a:tr h="35893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虚拟示波器开发</a:t>
                      </a:r>
                      <a:endParaRPr lang="en-US" sz="12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022654"/>
                  </a:ext>
                </a:extLst>
              </a:tr>
            </a:tbl>
          </a:graphicData>
        </a:graphic>
      </p:graphicFrame>
      <p:sp>
        <p:nvSpPr>
          <p:cNvPr id="71" name="Chevron 47">
            <a:extLst>
              <a:ext uri="{FF2B5EF4-FFF2-40B4-BE49-F238E27FC236}">
                <a16:creationId xmlns:a16="http://schemas.microsoft.com/office/drawing/2014/main" id="{C7E7DB93-092A-4A3B-958E-6F06A9325B43}"/>
              </a:ext>
            </a:extLst>
          </p:cNvPr>
          <p:cNvSpPr/>
          <p:nvPr/>
        </p:nvSpPr>
        <p:spPr>
          <a:xfrm>
            <a:off x="1200727" y="6158407"/>
            <a:ext cx="865124" cy="121173"/>
          </a:xfrm>
          <a:prstGeom prst="chevron">
            <a:avLst>
              <a:gd name="adj" fmla="val 31134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Box 69">
            <a:extLst>
              <a:ext uri="{FF2B5EF4-FFF2-40B4-BE49-F238E27FC236}">
                <a16:creationId xmlns:a16="http://schemas.microsoft.com/office/drawing/2014/main" id="{3C1D3ADB-4C03-4196-8177-E77CE0A9887F}"/>
              </a:ext>
            </a:extLst>
          </p:cNvPr>
          <p:cNvSpPr txBox="1"/>
          <p:nvPr/>
        </p:nvSpPr>
        <p:spPr>
          <a:xfrm>
            <a:off x="2026886" y="6101865"/>
            <a:ext cx="1130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功能完善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Chevron 53">
            <a:extLst>
              <a:ext uri="{FF2B5EF4-FFF2-40B4-BE49-F238E27FC236}">
                <a16:creationId xmlns:a16="http://schemas.microsoft.com/office/drawing/2014/main" id="{5D318D3C-8832-49A5-8B55-681735187C28}"/>
              </a:ext>
            </a:extLst>
          </p:cNvPr>
          <p:cNvSpPr/>
          <p:nvPr/>
        </p:nvSpPr>
        <p:spPr>
          <a:xfrm>
            <a:off x="1200727" y="5923472"/>
            <a:ext cx="865124" cy="121173"/>
          </a:xfrm>
          <a:prstGeom prst="chevron">
            <a:avLst>
              <a:gd name="adj" fmla="val 31134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Box 54">
            <a:extLst>
              <a:ext uri="{FF2B5EF4-FFF2-40B4-BE49-F238E27FC236}">
                <a16:creationId xmlns:a16="http://schemas.microsoft.com/office/drawing/2014/main" id="{9F92E61D-215E-473A-A135-01951CC9D649}"/>
              </a:ext>
            </a:extLst>
          </p:cNvPr>
          <p:cNvSpPr txBox="1"/>
          <p:nvPr/>
        </p:nvSpPr>
        <p:spPr>
          <a:xfrm>
            <a:off x="2026886" y="5866930"/>
            <a:ext cx="1130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计划与开发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Chevron 44">
            <a:extLst>
              <a:ext uri="{FF2B5EF4-FFF2-40B4-BE49-F238E27FC236}">
                <a16:creationId xmlns:a16="http://schemas.microsoft.com/office/drawing/2014/main" id="{A9D78C7B-6A06-4DC1-AF28-F18E12C8D12F}"/>
              </a:ext>
            </a:extLst>
          </p:cNvPr>
          <p:cNvSpPr/>
          <p:nvPr/>
        </p:nvSpPr>
        <p:spPr>
          <a:xfrm>
            <a:off x="5055418" y="1480257"/>
            <a:ext cx="2081164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Chevron 44">
            <a:extLst>
              <a:ext uri="{FF2B5EF4-FFF2-40B4-BE49-F238E27FC236}">
                <a16:creationId xmlns:a16="http://schemas.microsoft.com/office/drawing/2014/main" id="{DDB7750E-19D6-4128-A831-3F7EF50CC318}"/>
              </a:ext>
            </a:extLst>
          </p:cNvPr>
          <p:cNvSpPr/>
          <p:nvPr/>
        </p:nvSpPr>
        <p:spPr>
          <a:xfrm>
            <a:off x="6652570" y="1845831"/>
            <a:ext cx="2399990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Chevron 44">
            <a:extLst>
              <a:ext uri="{FF2B5EF4-FFF2-40B4-BE49-F238E27FC236}">
                <a16:creationId xmlns:a16="http://schemas.microsoft.com/office/drawing/2014/main" id="{8D4D9C31-720D-413E-804C-E95E06C0FEDD}"/>
              </a:ext>
            </a:extLst>
          </p:cNvPr>
          <p:cNvSpPr/>
          <p:nvPr/>
        </p:nvSpPr>
        <p:spPr>
          <a:xfrm>
            <a:off x="8523795" y="2214308"/>
            <a:ext cx="2399990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Chevron 44">
            <a:extLst>
              <a:ext uri="{FF2B5EF4-FFF2-40B4-BE49-F238E27FC236}">
                <a16:creationId xmlns:a16="http://schemas.microsoft.com/office/drawing/2014/main" id="{D15036B2-26D0-4A9C-A0A4-4EC87436A702}"/>
              </a:ext>
            </a:extLst>
          </p:cNvPr>
          <p:cNvSpPr/>
          <p:nvPr/>
        </p:nvSpPr>
        <p:spPr>
          <a:xfrm>
            <a:off x="5055418" y="2576979"/>
            <a:ext cx="1597152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Chevron 44">
            <a:extLst>
              <a:ext uri="{FF2B5EF4-FFF2-40B4-BE49-F238E27FC236}">
                <a16:creationId xmlns:a16="http://schemas.microsoft.com/office/drawing/2014/main" id="{9D94C2C7-731D-46A5-8DCA-E962287ADD1E}"/>
              </a:ext>
            </a:extLst>
          </p:cNvPr>
          <p:cNvSpPr/>
          <p:nvPr/>
        </p:nvSpPr>
        <p:spPr>
          <a:xfrm>
            <a:off x="5250490" y="2942553"/>
            <a:ext cx="1597152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Chevron 44">
            <a:extLst>
              <a:ext uri="{FF2B5EF4-FFF2-40B4-BE49-F238E27FC236}">
                <a16:creationId xmlns:a16="http://schemas.microsoft.com/office/drawing/2014/main" id="{5D213D42-64FF-45BC-9C88-D31B419C49D1}"/>
              </a:ext>
            </a:extLst>
          </p:cNvPr>
          <p:cNvSpPr/>
          <p:nvPr/>
        </p:nvSpPr>
        <p:spPr>
          <a:xfrm>
            <a:off x="6609898" y="3308127"/>
            <a:ext cx="1597152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Chevron 44">
            <a:extLst>
              <a:ext uri="{FF2B5EF4-FFF2-40B4-BE49-F238E27FC236}">
                <a16:creationId xmlns:a16="http://schemas.microsoft.com/office/drawing/2014/main" id="{AA5DEE5C-F526-47F8-8DB9-E105F303366D}"/>
              </a:ext>
            </a:extLst>
          </p:cNvPr>
          <p:cNvSpPr/>
          <p:nvPr/>
        </p:nvSpPr>
        <p:spPr>
          <a:xfrm>
            <a:off x="6609898" y="3673701"/>
            <a:ext cx="1597152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Chevron 44">
            <a:extLst>
              <a:ext uri="{FF2B5EF4-FFF2-40B4-BE49-F238E27FC236}">
                <a16:creationId xmlns:a16="http://schemas.microsoft.com/office/drawing/2014/main" id="{A0CF6AC4-3C8A-49B0-A2DF-10E0BB46F132}"/>
              </a:ext>
            </a:extLst>
          </p:cNvPr>
          <p:cNvSpPr/>
          <p:nvPr/>
        </p:nvSpPr>
        <p:spPr>
          <a:xfrm>
            <a:off x="5055418" y="4039275"/>
            <a:ext cx="918662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Chevron 44">
            <a:extLst>
              <a:ext uri="{FF2B5EF4-FFF2-40B4-BE49-F238E27FC236}">
                <a16:creationId xmlns:a16="http://schemas.microsoft.com/office/drawing/2014/main" id="{AC35AB97-BF21-45BD-8CE7-185A9FD072A2}"/>
              </a:ext>
            </a:extLst>
          </p:cNvPr>
          <p:cNvSpPr/>
          <p:nvPr/>
        </p:nvSpPr>
        <p:spPr>
          <a:xfrm>
            <a:off x="5055418" y="4404849"/>
            <a:ext cx="918662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Chevron 44">
            <a:extLst>
              <a:ext uri="{FF2B5EF4-FFF2-40B4-BE49-F238E27FC236}">
                <a16:creationId xmlns:a16="http://schemas.microsoft.com/office/drawing/2014/main" id="{2D0EC099-3799-432C-A2CD-A7EAC1A95DC7}"/>
              </a:ext>
            </a:extLst>
          </p:cNvPr>
          <p:cNvSpPr/>
          <p:nvPr/>
        </p:nvSpPr>
        <p:spPr>
          <a:xfrm>
            <a:off x="5055418" y="4770423"/>
            <a:ext cx="1741622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Chevron 44">
            <a:extLst>
              <a:ext uri="{FF2B5EF4-FFF2-40B4-BE49-F238E27FC236}">
                <a16:creationId xmlns:a16="http://schemas.microsoft.com/office/drawing/2014/main" id="{CFA75DD7-3698-454E-87D3-78783BC32F53}"/>
              </a:ext>
            </a:extLst>
          </p:cNvPr>
          <p:cNvSpPr/>
          <p:nvPr/>
        </p:nvSpPr>
        <p:spPr>
          <a:xfrm>
            <a:off x="5394960" y="5135997"/>
            <a:ext cx="1117807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Chevron 44">
            <a:extLst>
              <a:ext uri="{FF2B5EF4-FFF2-40B4-BE49-F238E27FC236}">
                <a16:creationId xmlns:a16="http://schemas.microsoft.com/office/drawing/2014/main" id="{0387C12B-789F-44FD-8119-45911D9FEFFA}"/>
              </a:ext>
            </a:extLst>
          </p:cNvPr>
          <p:cNvSpPr/>
          <p:nvPr/>
        </p:nvSpPr>
        <p:spPr>
          <a:xfrm>
            <a:off x="5402890" y="5501567"/>
            <a:ext cx="1117807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60000"/>
              <a:lumOff val="4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Chevron 44">
            <a:extLst>
              <a:ext uri="{FF2B5EF4-FFF2-40B4-BE49-F238E27FC236}">
                <a16:creationId xmlns:a16="http://schemas.microsoft.com/office/drawing/2014/main" id="{FCB9AA1F-63CB-4451-BFD5-BE5779CDD16F}"/>
              </a:ext>
            </a:extLst>
          </p:cNvPr>
          <p:cNvSpPr/>
          <p:nvPr/>
        </p:nvSpPr>
        <p:spPr>
          <a:xfrm>
            <a:off x="6643232" y="5501567"/>
            <a:ext cx="537693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Chevron 44">
            <a:extLst>
              <a:ext uri="{FF2B5EF4-FFF2-40B4-BE49-F238E27FC236}">
                <a16:creationId xmlns:a16="http://schemas.microsoft.com/office/drawing/2014/main" id="{FCCAA818-AB92-4AE1-A208-B3B88E746EFD}"/>
              </a:ext>
            </a:extLst>
          </p:cNvPr>
          <p:cNvSpPr/>
          <p:nvPr/>
        </p:nvSpPr>
        <p:spPr>
          <a:xfrm>
            <a:off x="6616714" y="5136316"/>
            <a:ext cx="537692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Chevron 44">
            <a:extLst>
              <a:ext uri="{FF2B5EF4-FFF2-40B4-BE49-F238E27FC236}">
                <a16:creationId xmlns:a16="http://schemas.microsoft.com/office/drawing/2014/main" id="{A9CDDC95-3882-4E43-9C90-CAFA58C75114}"/>
              </a:ext>
            </a:extLst>
          </p:cNvPr>
          <p:cNvSpPr/>
          <p:nvPr/>
        </p:nvSpPr>
        <p:spPr>
          <a:xfrm>
            <a:off x="6847641" y="4771065"/>
            <a:ext cx="2072423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Chevron 44">
            <a:extLst>
              <a:ext uri="{FF2B5EF4-FFF2-40B4-BE49-F238E27FC236}">
                <a16:creationId xmlns:a16="http://schemas.microsoft.com/office/drawing/2014/main" id="{4357E1E8-034D-4597-98CE-EC1AE1B92FA4}"/>
              </a:ext>
            </a:extLst>
          </p:cNvPr>
          <p:cNvSpPr/>
          <p:nvPr/>
        </p:nvSpPr>
        <p:spPr>
          <a:xfrm>
            <a:off x="5983004" y="4405814"/>
            <a:ext cx="1997779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Chevron 44">
            <a:extLst>
              <a:ext uri="{FF2B5EF4-FFF2-40B4-BE49-F238E27FC236}">
                <a16:creationId xmlns:a16="http://schemas.microsoft.com/office/drawing/2014/main" id="{1E3197B5-C244-4C45-A54E-D6F7D5B8C3D2}"/>
              </a:ext>
            </a:extLst>
          </p:cNvPr>
          <p:cNvSpPr/>
          <p:nvPr/>
        </p:nvSpPr>
        <p:spPr>
          <a:xfrm>
            <a:off x="6005490" y="4040563"/>
            <a:ext cx="1975293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Chevron 44">
            <a:extLst>
              <a:ext uri="{FF2B5EF4-FFF2-40B4-BE49-F238E27FC236}">
                <a16:creationId xmlns:a16="http://schemas.microsoft.com/office/drawing/2014/main" id="{FB4A44C6-D440-481F-86EA-D070F66FCC1D}"/>
              </a:ext>
            </a:extLst>
          </p:cNvPr>
          <p:cNvSpPr/>
          <p:nvPr/>
        </p:nvSpPr>
        <p:spPr>
          <a:xfrm>
            <a:off x="8207050" y="3675312"/>
            <a:ext cx="495301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Chevron 44">
            <a:extLst>
              <a:ext uri="{FF2B5EF4-FFF2-40B4-BE49-F238E27FC236}">
                <a16:creationId xmlns:a16="http://schemas.microsoft.com/office/drawing/2014/main" id="{3FC2C454-CB47-45A5-B222-2B678AE1E508}"/>
              </a:ext>
            </a:extLst>
          </p:cNvPr>
          <p:cNvSpPr/>
          <p:nvPr/>
        </p:nvSpPr>
        <p:spPr>
          <a:xfrm>
            <a:off x="8207050" y="3310061"/>
            <a:ext cx="495301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Chevron 44">
            <a:extLst>
              <a:ext uri="{FF2B5EF4-FFF2-40B4-BE49-F238E27FC236}">
                <a16:creationId xmlns:a16="http://schemas.microsoft.com/office/drawing/2014/main" id="{C884C729-78C7-4D21-AC8E-FEA0F41F704D}"/>
              </a:ext>
            </a:extLst>
          </p:cNvPr>
          <p:cNvSpPr/>
          <p:nvPr/>
        </p:nvSpPr>
        <p:spPr>
          <a:xfrm>
            <a:off x="6885560" y="2944810"/>
            <a:ext cx="4011845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Chevron 44">
            <a:extLst>
              <a:ext uri="{FF2B5EF4-FFF2-40B4-BE49-F238E27FC236}">
                <a16:creationId xmlns:a16="http://schemas.microsoft.com/office/drawing/2014/main" id="{5599CE39-8369-4D22-BA09-105F94875D28}"/>
              </a:ext>
            </a:extLst>
          </p:cNvPr>
          <p:cNvSpPr/>
          <p:nvPr/>
        </p:nvSpPr>
        <p:spPr>
          <a:xfrm>
            <a:off x="6696428" y="2579559"/>
            <a:ext cx="4011845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Chevron 44">
            <a:extLst>
              <a:ext uri="{FF2B5EF4-FFF2-40B4-BE49-F238E27FC236}">
                <a16:creationId xmlns:a16="http://schemas.microsoft.com/office/drawing/2014/main" id="{6B71FE7E-C74B-422C-B4C0-DEA0AA120438}"/>
              </a:ext>
            </a:extLst>
          </p:cNvPr>
          <p:cNvSpPr/>
          <p:nvPr/>
        </p:nvSpPr>
        <p:spPr>
          <a:xfrm>
            <a:off x="9052560" y="1849057"/>
            <a:ext cx="1844845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Chevron 44">
            <a:extLst>
              <a:ext uri="{FF2B5EF4-FFF2-40B4-BE49-F238E27FC236}">
                <a16:creationId xmlns:a16="http://schemas.microsoft.com/office/drawing/2014/main" id="{C38A1679-AE71-488F-9E0F-33D745637392}"/>
              </a:ext>
            </a:extLst>
          </p:cNvPr>
          <p:cNvSpPr/>
          <p:nvPr/>
        </p:nvSpPr>
        <p:spPr>
          <a:xfrm>
            <a:off x="7154406" y="1483806"/>
            <a:ext cx="3742999" cy="244912"/>
          </a:xfrm>
          <a:prstGeom prst="chevron">
            <a:avLst>
              <a:gd name="adj" fmla="val 21998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98451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B636E03-F84A-46DD-A580-B8C86AA1BA31}"/>
              </a:ext>
            </a:extLst>
          </p:cNvPr>
          <p:cNvCxnSpPr/>
          <p:nvPr/>
        </p:nvCxnSpPr>
        <p:spPr>
          <a:xfrm>
            <a:off x="2811780" y="586740"/>
            <a:ext cx="92430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標題 1">
            <a:extLst>
              <a:ext uri="{FF2B5EF4-FFF2-40B4-BE49-F238E27FC236}">
                <a16:creationId xmlns:a16="http://schemas.microsoft.com/office/drawing/2014/main" id="{50C7FB01-48E1-4BB0-8DF0-5600CD659869}"/>
              </a:ext>
            </a:extLst>
          </p:cNvPr>
          <p:cNvSpPr txBox="1">
            <a:spLocks/>
          </p:cNvSpPr>
          <p:nvPr/>
        </p:nvSpPr>
        <p:spPr bwMode="auto">
          <a:xfrm>
            <a:off x="2811773" y="228957"/>
            <a:ext cx="9243060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測試設備本身的</a:t>
            </a:r>
            <a:r>
              <a:rPr lang="en-US" altLang="zh-CN" sz="2000" b="0" dirty="0">
                <a:solidFill>
                  <a:schemeClr val="tx2"/>
                </a:solidFill>
              </a:rPr>
              <a:t>PHM (</a:t>
            </a:r>
            <a:r>
              <a:rPr lang="zh-CN" altLang="en-US" sz="2000" b="0" dirty="0">
                <a:solidFill>
                  <a:schemeClr val="tx2"/>
                </a:solidFill>
              </a:rPr>
              <a:t>監控測試儀器</a:t>
            </a:r>
            <a:r>
              <a:rPr lang="en-US" altLang="zh-CN" sz="2000" b="0" dirty="0">
                <a:solidFill>
                  <a:schemeClr val="tx2"/>
                </a:solidFill>
              </a:rPr>
              <a:t>)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F5184F7F-FF9D-477F-B259-F6C34C30B372}"/>
              </a:ext>
            </a:extLst>
          </p:cNvPr>
          <p:cNvSpPr txBox="1">
            <a:spLocks/>
          </p:cNvSpPr>
          <p:nvPr/>
        </p:nvSpPr>
        <p:spPr bwMode="auto">
          <a:xfrm>
            <a:off x="28322" y="228957"/>
            <a:ext cx="2624159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sz="2800" dirty="0"/>
              <a:t>How</a:t>
            </a:r>
            <a:endParaRPr lang="zh-TW" altLang="en-US" sz="2800" dirty="0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FBF7245F-B097-63E3-1324-10433B7C9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231" y="4397805"/>
            <a:ext cx="4535198" cy="127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其輸入電壓電流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輸出電壓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紋波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功率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保護點 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B/I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數據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可為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PHM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系統提供健康特徵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不需要大量新增硬體感測器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PSU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失效跡象：輸出紋波變大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同負載下内部溫度升高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效率緩慢下降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保護閾值漂移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文本框 195">
            <a:extLst>
              <a:ext uri="{FF2B5EF4-FFF2-40B4-BE49-F238E27FC236}">
                <a16:creationId xmlns:a16="http://schemas.microsoft.com/office/drawing/2014/main" id="{5A4E90A3-6C17-2D62-B861-BCB2ED1060AA}"/>
              </a:ext>
            </a:extLst>
          </p:cNvPr>
          <p:cNvSpPr txBox="1"/>
          <p:nvPr/>
        </p:nvSpPr>
        <p:spPr>
          <a:xfrm>
            <a:off x="1215909" y="3961525"/>
            <a:ext cx="1361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測試設備</a:t>
            </a:r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PHM</a:t>
            </a:r>
          </a:p>
        </p:txBody>
      </p:sp>
      <p:sp>
        <p:nvSpPr>
          <p:cNvPr id="60" name="TextBox 6">
            <a:extLst>
              <a:ext uri="{FF2B5EF4-FFF2-40B4-BE49-F238E27FC236}">
                <a16:creationId xmlns:a16="http://schemas.microsoft.com/office/drawing/2014/main" id="{DBE9758D-9D15-A378-4EED-822A8E9A2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27" y="4397805"/>
            <a:ext cx="2970427" cy="119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長期大量測試后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電子負載、源表、接綫端子等會慢慢漂移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造成同一顆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PSU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在不同測試站測出不同結果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良率波動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重測率高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62" name="文本框 195">
            <a:extLst>
              <a:ext uri="{FF2B5EF4-FFF2-40B4-BE49-F238E27FC236}">
                <a16:creationId xmlns:a16="http://schemas.microsoft.com/office/drawing/2014/main" id="{37A81390-E0C8-4A59-F04D-B006852C6D07}"/>
              </a:ext>
            </a:extLst>
          </p:cNvPr>
          <p:cNvSpPr txBox="1"/>
          <p:nvPr/>
        </p:nvSpPr>
        <p:spPr>
          <a:xfrm>
            <a:off x="4621337" y="3961525"/>
            <a:ext cx="218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PSU</a:t>
            </a:r>
            <a:r>
              <a:rPr lang="zh-CN" altLang="en-US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產品本身</a:t>
            </a:r>
            <a:r>
              <a:rPr lang="en-US" altLang="zh-CN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PHM</a:t>
            </a:r>
          </a:p>
        </p:txBody>
      </p:sp>
      <p:sp>
        <p:nvSpPr>
          <p:cNvPr id="65" name="文本框 195">
            <a:extLst>
              <a:ext uri="{FF2B5EF4-FFF2-40B4-BE49-F238E27FC236}">
                <a16:creationId xmlns:a16="http://schemas.microsoft.com/office/drawing/2014/main" id="{EAF382AA-7C6F-926E-C4D3-88CE736829D5}"/>
              </a:ext>
            </a:extLst>
          </p:cNvPr>
          <p:cNvSpPr txBox="1"/>
          <p:nvPr/>
        </p:nvSpPr>
        <p:spPr>
          <a:xfrm>
            <a:off x="755918" y="1197099"/>
            <a:ext cx="1827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PHM </a:t>
            </a:r>
            <a:r>
              <a:rPr lang="zh-CN" altLang="en-US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四大模塊</a:t>
            </a:r>
            <a:r>
              <a:rPr lang="en-US" altLang="zh-CN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66" name="TextBox 6">
            <a:extLst>
              <a:ext uri="{FF2B5EF4-FFF2-40B4-BE49-F238E27FC236}">
                <a16:creationId xmlns:a16="http://schemas.microsoft.com/office/drawing/2014/main" id="{2F160B24-8F37-950C-2639-14C72B0D1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27" y="1535653"/>
            <a:ext cx="6171355" cy="146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狀態感知：采集電壓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電流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紋波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溫度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風扇轉速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阻抗等多元數據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異常偵測與故障診斷：識別偏離基準的特徵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定位失效原因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預測：建立退化模型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估算剩餘壽命與失效概率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健康管理決策：自動告警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調整測試負載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暫停測試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生成報告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安排維護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68" name="文本框 195">
            <a:extLst>
              <a:ext uri="{FF2B5EF4-FFF2-40B4-BE49-F238E27FC236}">
                <a16:creationId xmlns:a16="http://schemas.microsoft.com/office/drawing/2014/main" id="{2D17E2D6-4F25-CFA6-5C0D-F84111355E85}"/>
              </a:ext>
            </a:extLst>
          </p:cNvPr>
          <p:cNvSpPr txBox="1"/>
          <p:nvPr/>
        </p:nvSpPr>
        <p:spPr>
          <a:xfrm>
            <a:off x="7021421" y="1197099"/>
            <a:ext cx="1273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PHM </a:t>
            </a:r>
            <a:r>
              <a:rPr lang="zh-CN" altLang="en-US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架構</a:t>
            </a:r>
            <a:r>
              <a:rPr lang="en-US" altLang="zh-CN" sz="1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69" name="TextBox 6">
            <a:extLst>
              <a:ext uri="{FF2B5EF4-FFF2-40B4-BE49-F238E27FC236}">
                <a16:creationId xmlns:a16="http://schemas.microsoft.com/office/drawing/2014/main" id="{DBE0FF3E-25CD-2EB9-98EB-5F6EFFB04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421" y="1606422"/>
            <a:ext cx="5033412" cy="2204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數據層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采集量測數據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 +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環境溫濕度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特徵工程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提取紋波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ESR,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效率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溫升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保護閾值偏移等健康指標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HI</a:t>
            </a: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模型層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失效物理模型 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+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機器學習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做異常偵測與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RUL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預測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決策層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  -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輕微退化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告警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繼續測試但標記風險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algn="just">
              <a:lnSpc>
                <a:spcPts val="2200"/>
              </a:lnSpc>
              <a:spcBef>
                <a:spcPts val="667"/>
              </a:spcBef>
              <a:buNone/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                      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   -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明顯退化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暫停測試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隔離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DUT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或校準測試儀器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171450" indent="-1714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   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資料庫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 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建立</a:t>
            </a:r>
            <a:r>
              <a:rPr lang="en-US" altLang="zh-CN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PSU</a:t>
            </a:r>
            <a:r>
              <a:rPr lang="zh-CN" altLang="en-US" sz="1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全生命周期數位檔案</a:t>
            </a:r>
            <a:endParaRPr lang="en-US" altLang="zh-CN" sz="1200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775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8E5F9-3E27-4FB9-9E7F-AA69CBB72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647" y="1109141"/>
            <a:ext cx="9144000" cy="1864899"/>
          </a:xfrm>
        </p:spPr>
        <p:txBody>
          <a:bodyPr>
            <a:normAutofit/>
          </a:bodyPr>
          <a:lstStyle/>
          <a:p>
            <a:r>
              <a:rPr lang="en-US" altLang="zh-TW" dirty="0"/>
              <a:t>Smarter. Greener. Together. </a:t>
            </a:r>
            <a:br>
              <a:rPr lang="en-US" altLang="zh-TW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469637"/>
      </p:ext>
    </p:extLst>
  </p:cSld>
  <p:clrMapOvr>
    <a:masterClrMapping/>
  </p:clrMapOvr>
</p:sld>
</file>

<file path=ppt/theme/theme1.xml><?xml version="1.0" encoding="utf-8"?>
<a:theme xmlns:a="http://schemas.openxmlformats.org/drawingml/2006/main" name="Delta_PPTtemplate_16x9">
  <a:themeElements>
    <a:clrScheme name="自訂 2">
      <a:dk1>
        <a:sysClr val="windowText" lastClr="000000"/>
      </a:dk1>
      <a:lt1>
        <a:sysClr val="window" lastClr="FFFFFF"/>
      </a:lt1>
      <a:dk2>
        <a:srgbClr val="0087DC"/>
      </a:dk2>
      <a:lt2>
        <a:srgbClr val="FFFFFF"/>
      </a:lt2>
      <a:accent1>
        <a:srgbClr val="0087DC"/>
      </a:accent1>
      <a:accent2>
        <a:srgbClr val="64D7D7"/>
      </a:accent2>
      <a:accent3>
        <a:srgbClr val="B9EB5F"/>
      </a:accent3>
      <a:accent4>
        <a:srgbClr val="1E50C8"/>
      </a:accent4>
      <a:accent5>
        <a:srgbClr val="96E6BE"/>
      </a:accent5>
      <a:accent6>
        <a:srgbClr val="00BE50"/>
      </a:accent6>
      <a:hlink>
        <a:srgbClr val="0563C1"/>
      </a:hlink>
      <a:folHlink>
        <a:srgbClr val="BFBFBF"/>
      </a:folHlink>
    </a:clrScheme>
    <a:fontScheme name="自訂 3">
      <a:majorFont>
        <a:latin typeface="Arial"/>
        <a:ea typeface="Microsoft JhengHei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_PPTtemplate_16x9_EN [唯讀]" id="{F21C3CE6-3D98-42DE-99AC-D164CE22476C}" vid="{8041F8C1-B733-47A4-A0AB-C72E62B7477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Delta_PPTtemplate_16x9_EN</Template>
  <TotalTime>12727</TotalTime>
  <Words>2100</Words>
  <Application>Microsoft Office PowerPoint</Application>
  <PresentationFormat>寬螢幕</PresentationFormat>
  <Paragraphs>313</Paragraphs>
  <Slides>11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微软雅黑</vt:lpstr>
      <vt:lpstr>Arial</vt:lpstr>
      <vt:lpstr>Calibri</vt:lpstr>
      <vt:lpstr>Wingdings</vt:lpstr>
      <vt:lpstr>Delta_PPTtemplate_16x9</vt:lpstr>
      <vt:lpstr>PHM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Smarter. Greener. Together.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5C Technology Strategic Plan</dc:title>
  <dc:creator>ARES.CHEN 陳盈源</dc:creator>
  <cp:lastModifiedBy>DEFU.LAN 蘭德福</cp:lastModifiedBy>
  <cp:revision>1422</cp:revision>
  <dcterms:created xsi:type="dcterms:W3CDTF">2023-02-23T07:53:43Z</dcterms:created>
  <dcterms:modified xsi:type="dcterms:W3CDTF">2026-10-10T00:58:55Z</dcterms:modified>
</cp:coreProperties>
</file>